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73" r:id="rId2"/>
    <p:sldId id="274" r:id="rId3"/>
    <p:sldId id="485" r:id="rId4"/>
    <p:sldId id="490" r:id="rId5"/>
    <p:sldId id="486" r:id="rId6"/>
    <p:sldId id="514" r:id="rId7"/>
    <p:sldId id="488" r:id="rId8"/>
    <p:sldId id="420" r:id="rId9"/>
    <p:sldId id="503" r:id="rId10"/>
    <p:sldId id="519" r:id="rId11"/>
    <p:sldId id="559" r:id="rId12"/>
    <p:sldId id="521" r:id="rId13"/>
    <p:sldId id="504" r:id="rId14"/>
    <p:sldId id="505" r:id="rId15"/>
    <p:sldId id="550" r:id="rId16"/>
    <p:sldId id="552" r:id="rId17"/>
    <p:sldId id="540" r:id="rId18"/>
    <p:sldId id="553" r:id="rId19"/>
    <p:sldId id="542" r:id="rId20"/>
    <p:sldId id="545" r:id="rId21"/>
    <p:sldId id="554" r:id="rId22"/>
    <p:sldId id="547" r:id="rId23"/>
    <p:sldId id="494" r:id="rId24"/>
    <p:sldId id="548" r:id="rId25"/>
    <p:sldId id="549" r:id="rId26"/>
    <p:sldId id="551" r:id="rId27"/>
    <p:sldId id="558" r:id="rId28"/>
    <p:sldId id="520" r:id="rId29"/>
    <p:sldId id="518" r:id="rId30"/>
    <p:sldId id="497" r:id="rId31"/>
    <p:sldId id="527" r:id="rId32"/>
    <p:sldId id="506" r:id="rId33"/>
    <p:sldId id="496" r:id="rId34"/>
    <p:sldId id="529" r:id="rId35"/>
    <p:sldId id="501" r:id="rId36"/>
    <p:sldId id="557" r:id="rId37"/>
    <p:sldId id="530" r:id="rId38"/>
    <p:sldId id="500" r:id="rId39"/>
    <p:sldId id="556" r:id="rId40"/>
    <p:sldId id="537" r:id="rId41"/>
    <p:sldId id="538" r:id="rId42"/>
    <p:sldId id="502" r:id="rId43"/>
    <p:sldId id="531" r:id="rId44"/>
    <p:sldId id="535" r:id="rId45"/>
    <p:sldId id="536" r:id="rId46"/>
  </p:sldIdLst>
  <p:sldSz cx="12192000" cy="6858000"/>
  <p:notesSz cx="6797675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CB90177-1393-4AC7-8C43-21A9031038D9}">
          <p14:sldIdLst>
            <p14:sldId id="273"/>
            <p14:sldId id="274"/>
          </p14:sldIdLst>
        </p14:section>
        <p14:section name="0. 사용자관리 공통" id="{3CFB0E99-9E49-4DFC-B135-4EA81BE5D1C3}">
          <p14:sldIdLst>
            <p14:sldId id="485"/>
          </p14:sldIdLst>
        </p14:section>
        <p14:section name="0.1. 사용자관리 정책 정의" id="{3152E5AB-176F-4129-9439-106EA909397E}">
          <p14:sldIdLst>
            <p14:sldId id="490"/>
          </p14:sldIdLst>
        </p14:section>
        <p14:section name="0.2. 사용자관리 화면 목록" id="{802D6BD3-F5AA-4887-9724-88AAEEC183DB}">
          <p14:sldIdLst>
            <p14:sldId id="486"/>
            <p14:sldId id="514"/>
          </p14:sldIdLst>
        </p14:section>
        <p14:section name="0.3. 사용자관리 공통화면" id="{FD214395-3418-4736-B5E0-591623CE4D07}">
          <p14:sldIdLst>
            <p14:sldId id="488"/>
            <p14:sldId id="420"/>
            <p14:sldId id="503"/>
            <p14:sldId id="519"/>
            <p14:sldId id="559"/>
            <p14:sldId id="521"/>
          </p14:sldIdLst>
        </p14:section>
        <p14:section name="1. 사용자관리" id="{5F244C19-ACB4-4DB2-8A7E-F3BB3A3D1A7C}">
          <p14:sldIdLst>
            <p14:sldId id="504"/>
          </p14:sldIdLst>
        </p14:section>
        <p14:section name="1.1 사용자정보관리" id="{726400A8-0631-40DE-96CF-2276EBF98DD4}">
          <p14:sldIdLst>
            <p14:sldId id="505"/>
            <p14:sldId id="550"/>
            <p14:sldId id="552"/>
            <p14:sldId id="540"/>
            <p14:sldId id="553"/>
            <p14:sldId id="542"/>
            <p14:sldId id="545"/>
            <p14:sldId id="554"/>
            <p14:sldId id="547"/>
            <p14:sldId id="494"/>
            <p14:sldId id="548"/>
            <p14:sldId id="549"/>
            <p14:sldId id="551"/>
            <p14:sldId id="558"/>
            <p14:sldId id="520"/>
            <p14:sldId id="518"/>
            <p14:sldId id="497"/>
          </p14:sldIdLst>
        </p14:section>
        <p14:section name="1.2. 기업통합관리" id="{99ECB000-8B56-4AC4-AF19-53B06A691D08}">
          <p14:sldIdLst>
            <p14:sldId id="527"/>
          </p14:sldIdLst>
        </p14:section>
        <p14:section name="1.3. 업무권한설정" id="{6706B58D-B08E-4063-A904-F5A9EB055F74}">
          <p14:sldIdLst>
            <p14:sldId id="506"/>
            <p14:sldId id="496"/>
          </p14:sldIdLst>
        </p14:section>
        <p14:section name="1.4. 일반계좌권한설정" id="{CD0F2ECB-9F4B-4846-B61C-3BD437D61CA2}">
          <p14:sldIdLst>
            <p14:sldId id="529"/>
            <p14:sldId id="501"/>
            <p14:sldId id="557"/>
          </p14:sldIdLst>
        </p14:section>
        <p14:section name="1.5. 입금계좌권한설정" id="{68F5A537-6C40-43A0-A7CC-A21290965E2A}">
          <p14:sldIdLst>
            <p14:sldId id="530"/>
            <p14:sldId id="500"/>
            <p14:sldId id="556"/>
            <p14:sldId id="537"/>
            <p14:sldId id="538"/>
            <p14:sldId id="502"/>
          </p14:sldIdLst>
        </p14:section>
        <p14:section name="1.6. 카드사업장권한" id="{97F1C51F-EC8A-4A8C-9271-E429893E3B98}">
          <p14:sldIdLst>
            <p14:sldId id="531"/>
            <p14:sldId id="535"/>
            <p14:sldId id="536"/>
          </p14:sldIdLst>
        </p14:section>
      </p14:sectionLst>
    </p:ext>
    <p:ext uri="{EFAFB233-063F-42B5-8137-9DF3F51BA10A}">
      <p15:sldGuideLst xmlns:p15="http://schemas.microsoft.com/office/powerpoint/2012/main">
        <p15:guide id="5" pos="7242" userDrawn="1">
          <p15:clr>
            <a:srgbClr val="A4A3A4"/>
          </p15:clr>
        </p15:guide>
        <p15:guide id="12" pos="393" userDrawn="1">
          <p15:clr>
            <a:srgbClr val="A4A3A4"/>
          </p15:clr>
        </p15:guide>
        <p15:guide id="13" pos="6153" userDrawn="1">
          <p15:clr>
            <a:srgbClr val="A4A3A4"/>
          </p15:clr>
        </p15:guide>
        <p15:guide id="16" pos="5019" userDrawn="1">
          <p15:clr>
            <a:srgbClr val="A4A3A4"/>
          </p15:clr>
        </p15:guide>
        <p15:guide id="18" pos="461" userDrawn="1">
          <p15:clr>
            <a:srgbClr val="A4A3A4"/>
          </p15:clr>
        </p15:guide>
        <p15:guide id="19" pos="7537" userDrawn="1">
          <p15:clr>
            <a:srgbClr val="A4A3A4"/>
          </p15:clr>
        </p15:guide>
        <p15:guide id="20" pos="4997" userDrawn="1">
          <p15:clr>
            <a:srgbClr val="A4A3A4"/>
          </p15:clr>
        </p15:guide>
        <p15:guide id="21" pos="325" userDrawn="1">
          <p15:clr>
            <a:srgbClr val="A4A3A4"/>
          </p15:clr>
        </p15:guide>
        <p15:guide id="22" pos="4929" userDrawn="1">
          <p15:clr>
            <a:srgbClr val="A4A3A4"/>
          </p15:clr>
        </p15:guide>
        <p15:guide id="23" pos="2593" userDrawn="1">
          <p15:clr>
            <a:srgbClr val="A4A3A4"/>
          </p15:clr>
        </p15:guide>
        <p15:guide id="25" pos="7680" userDrawn="1">
          <p15:clr>
            <a:srgbClr val="A4A3A4"/>
          </p15:clr>
        </p15:guide>
        <p15:guide id="26" pos="665" userDrawn="1">
          <p15:clr>
            <a:srgbClr val="A4A3A4"/>
          </p15:clr>
        </p15:guide>
        <p15:guide id="27" pos="2661" userDrawn="1">
          <p15:clr>
            <a:srgbClr val="A4A3A4"/>
          </p15:clr>
        </p15:guide>
        <p15:guide id="28" pos="2729" userDrawn="1">
          <p15:clr>
            <a:srgbClr val="A4A3A4"/>
          </p15:clr>
        </p15:guide>
        <p15:guide id="29" pos="3069" userDrawn="1">
          <p15:clr>
            <a:srgbClr val="A4A3A4"/>
          </p15:clr>
        </p15:guide>
        <p15:guide id="31" pos="3386" userDrawn="1">
          <p15:clr>
            <a:srgbClr val="A4A3A4"/>
          </p15:clr>
        </p15:guide>
        <p15:guide id="33" orient="horz" pos="845" userDrawn="1">
          <p15:clr>
            <a:srgbClr val="A4A3A4"/>
          </p15:clr>
        </p15:guide>
        <p15:guide id="34" pos="7514" userDrawn="1">
          <p15:clr>
            <a:srgbClr val="A4A3A4"/>
          </p15:clr>
        </p15:guide>
        <p15:guide id="35" pos="9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70C0"/>
    <a:srgbClr val="FF6600"/>
    <a:srgbClr val="CC0000"/>
    <a:srgbClr val="CC3300"/>
    <a:srgbClr val="D6EC06"/>
    <a:srgbClr val="333F50"/>
    <a:srgbClr val="15C8D1"/>
    <a:srgbClr val="12A8B0"/>
    <a:srgbClr val="FFD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AAEB7C-E14D-4D96-8835-21457CE7D0A5}" v="1380" dt="2022-08-25T18:39:01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22" autoAdjust="0"/>
    <p:restoredTop sz="96391" autoAdjust="0"/>
  </p:normalViewPr>
  <p:slideViewPr>
    <p:cSldViewPr snapToGrid="0">
      <p:cViewPr varScale="1">
        <p:scale>
          <a:sx n="93" d="100"/>
          <a:sy n="93" d="100"/>
        </p:scale>
        <p:origin x="33" y="261"/>
      </p:cViewPr>
      <p:guideLst>
        <p:guide pos="7242"/>
        <p:guide pos="393"/>
        <p:guide pos="6153"/>
        <p:guide pos="5019"/>
        <p:guide pos="461"/>
        <p:guide pos="7537"/>
        <p:guide pos="4997"/>
        <p:guide pos="325"/>
        <p:guide pos="4929"/>
        <p:guide pos="2593"/>
        <p:guide pos="7680"/>
        <p:guide pos="665"/>
        <p:guide pos="2661"/>
        <p:guide pos="2729"/>
        <p:guide pos="3069"/>
        <p:guide pos="3386"/>
        <p:guide orient="horz" pos="845"/>
        <p:guide pos="7514"/>
        <p:guide pos="98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 신영" userId="dc4b2b3c9ac3a666" providerId="LiveId" clId="{4AAAEB7C-E14D-4D96-8835-21457CE7D0A5}"/>
    <pc:docChg chg="undo custSel addSld modSld sldOrd modSection">
      <pc:chgData name="박 신영" userId="dc4b2b3c9ac3a666" providerId="LiveId" clId="{4AAAEB7C-E14D-4D96-8835-21457CE7D0A5}" dt="2022-08-25T18:39:02.593" v="16010" actId="20577"/>
      <pc:docMkLst>
        <pc:docMk/>
      </pc:docMkLst>
      <pc:sldChg chg="modSp mod">
        <pc:chgData name="박 신영" userId="dc4b2b3c9ac3a666" providerId="LiveId" clId="{4AAAEB7C-E14D-4D96-8835-21457CE7D0A5}" dt="2022-08-25T16:24:59.562" v="5883" actId="207"/>
        <pc:sldMkLst>
          <pc:docMk/>
          <pc:sldMk cId="3532149604" sldId="408"/>
        </pc:sldMkLst>
        <pc:graphicFrameChg chg="mod modGraphic">
          <ac:chgData name="박 신영" userId="dc4b2b3c9ac3a666" providerId="LiveId" clId="{4AAAEB7C-E14D-4D96-8835-21457CE7D0A5}" dt="2022-08-25T16:24:59.562" v="5883" actId="207"/>
          <ac:graphicFrameMkLst>
            <pc:docMk/>
            <pc:sldMk cId="3532149604" sldId="408"/>
            <ac:graphicFrameMk id="16" creationId="{00000000-0000-0000-0000-000000000000}"/>
          </ac:graphicFrameMkLst>
        </pc:graphicFrameChg>
      </pc:sldChg>
      <pc:sldChg chg="addSp modSp mod">
        <pc:chgData name="박 신영" userId="dc4b2b3c9ac3a666" providerId="LiveId" clId="{4AAAEB7C-E14D-4D96-8835-21457CE7D0A5}" dt="2022-08-25T17:16:11.534" v="7317" actId="1076"/>
        <pc:sldMkLst>
          <pc:docMk/>
          <pc:sldMk cId="3141376721" sldId="447"/>
        </pc:sldMkLst>
        <pc:spChg chg="add mod">
          <ac:chgData name="박 신영" userId="dc4b2b3c9ac3a666" providerId="LiveId" clId="{4AAAEB7C-E14D-4D96-8835-21457CE7D0A5}" dt="2022-08-25T17:11:46.909" v="6628" actId="1076"/>
          <ac:spMkLst>
            <pc:docMk/>
            <pc:sldMk cId="3141376721" sldId="447"/>
            <ac:spMk id="4" creationId="{5904C51F-A259-6F1E-75F8-77C871A8519C}"/>
          </ac:spMkLst>
        </pc:spChg>
        <pc:spChg chg="add mod">
          <ac:chgData name="박 신영" userId="dc4b2b3c9ac3a666" providerId="LiveId" clId="{4AAAEB7C-E14D-4D96-8835-21457CE7D0A5}" dt="2022-08-25T17:12:38.743" v="6781" actId="20577"/>
          <ac:spMkLst>
            <pc:docMk/>
            <pc:sldMk cId="3141376721" sldId="447"/>
            <ac:spMk id="5" creationId="{6FF65F13-4237-9D7B-D5BA-3DB9ADA62F3D}"/>
          </ac:spMkLst>
        </pc:spChg>
        <pc:spChg chg="mod">
          <ac:chgData name="박 신영" userId="dc4b2b3c9ac3a666" providerId="LiveId" clId="{4AAAEB7C-E14D-4D96-8835-21457CE7D0A5}" dt="2022-08-25T09:37:30.092" v="255" actId="1076"/>
          <ac:spMkLst>
            <pc:docMk/>
            <pc:sldMk cId="3141376721" sldId="447"/>
            <ac:spMk id="7" creationId="{00000000-0000-0000-0000-000000000000}"/>
          </ac:spMkLst>
        </pc:spChg>
        <pc:spChg chg="add mod">
          <ac:chgData name="박 신영" userId="dc4b2b3c9ac3a666" providerId="LiveId" clId="{4AAAEB7C-E14D-4D96-8835-21457CE7D0A5}" dt="2022-08-25T17:13:26.430" v="6887" actId="20577"/>
          <ac:spMkLst>
            <pc:docMk/>
            <pc:sldMk cId="3141376721" sldId="447"/>
            <ac:spMk id="8" creationId="{DBBE11AB-7106-C4FC-61CE-03C37C4E510C}"/>
          </ac:spMkLst>
        </pc:spChg>
        <pc:spChg chg="add mod">
          <ac:chgData name="박 신영" userId="dc4b2b3c9ac3a666" providerId="LiveId" clId="{4AAAEB7C-E14D-4D96-8835-21457CE7D0A5}" dt="2022-08-25T17:13:32.499" v="6891" actId="20577"/>
          <ac:spMkLst>
            <pc:docMk/>
            <pc:sldMk cId="3141376721" sldId="447"/>
            <ac:spMk id="29" creationId="{D34517B6-872C-BFD6-84B7-00A5F45A3D16}"/>
          </ac:spMkLst>
        </pc:spChg>
        <pc:spChg chg="add mod">
          <ac:chgData name="박 신영" userId="dc4b2b3c9ac3a666" providerId="LiveId" clId="{4AAAEB7C-E14D-4D96-8835-21457CE7D0A5}" dt="2022-08-25T17:16:11.534" v="7317" actId="1076"/>
          <ac:spMkLst>
            <pc:docMk/>
            <pc:sldMk cId="3141376721" sldId="447"/>
            <ac:spMk id="32" creationId="{88D3FE74-F439-A77F-5AF4-F13058E21169}"/>
          </ac:spMkLst>
        </pc:spChg>
        <pc:spChg chg="add mod">
          <ac:chgData name="박 신영" userId="dc4b2b3c9ac3a666" providerId="LiveId" clId="{4AAAEB7C-E14D-4D96-8835-21457CE7D0A5}" dt="2022-08-25T17:16:11.534" v="7317" actId="1076"/>
          <ac:spMkLst>
            <pc:docMk/>
            <pc:sldMk cId="3141376721" sldId="447"/>
            <ac:spMk id="33" creationId="{951E2E4C-9312-7E14-EB79-55B2BD48CB83}"/>
          </ac:spMkLst>
        </pc:spChg>
        <pc:spChg chg="add mod">
          <ac:chgData name="박 신영" userId="dc4b2b3c9ac3a666" providerId="LiveId" clId="{4AAAEB7C-E14D-4D96-8835-21457CE7D0A5}" dt="2022-08-25T17:16:11.534" v="7317" actId="1076"/>
          <ac:spMkLst>
            <pc:docMk/>
            <pc:sldMk cId="3141376721" sldId="447"/>
            <ac:spMk id="34" creationId="{658A7734-5F7E-CDBA-643D-C7D1180F73CB}"/>
          </ac:spMkLst>
        </pc:spChg>
        <pc:spChg chg="add mod">
          <ac:chgData name="박 신영" userId="dc4b2b3c9ac3a666" providerId="LiveId" clId="{4AAAEB7C-E14D-4D96-8835-21457CE7D0A5}" dt="2022-08-25T17:16:11.534" v="7317" actId="1076"/>
          <ac:spMkLst>
            <pc:docMk/>
            <pc:sldMk cId="3141376721" sldId="447"/>
            <ac:spMk id="36" creationId="{54CD6954-E3C0-8EF5-9536-46EA0CECDE32}"/>
          </ac:spMkLst>
        </pc:spChg>
        <pc:graphicFrameChg chg="mod modGraphic">
          <ac:chgData name="박 신영" userId="dc4b2b3c9ac3a666" providerId="LiveId" clId="{4AAAEB7C-E14D-4D96-8835-21457CE7D0A5}" dt="2022-08-25T17:16:08.552" v="7316"/>
          <ac:graphicFrameMkLst>
            <pc:docMk/>
            <pc:sldMk cId="3141376721" sldId="447"/>
            <ac:graphicFrameMk id="3" creationId="{00000000-0000-0000-0000-000000000000}"/>
          </ac:graphicFrameMkLst>
        </pc:graphicFrameChg>
        <pc:cxnChg chg="mod">
          <ac:chgData name="박 신영" userId="dc4b2b3c9ac3a666" providerId="LiveId" clId="{4AAAEB7C-E14D-4D96-8835-21457CE7D0A5}" dt="2022-08-25T09:37:30.092" v="255" actId="1076"/>
          <ac:cxnSpMkLst>
            <pc:docMk/>
            <pc:sldMk cId="3141376721" sldId="447"/>
            <ac:cxnSpMk id="9" creationId="{00000000-0000-0000-0000-000000000000}"/>
          </ac:cxnSpMkLst>
        </pc:cxnChg>
      </pc:sldChg>
      <pc:sldChg chg="addSp modSp mod">
        <pc:chgData name="박 신영" userId="dc4b2b3c9ac3a666" providerId="LiveId" clId="{4AAAEB7C-E14D-4D96-8835-21457CE7D0A5}" dt="2022-08-25T17:17:32.224" v="7591"/>
        <pc:sldMkLst>
          <pc:docMk/>
          <pc:sldMk cId="1766116165" sldId="449"/>
        </pc:sldMkLst>
        <pc:spChg chg="add mod">
          <ac:chgData name="박 신영" userId="dc4b2b3c9ac3a666" providerId="LiveId" clId="{4AAAEB7C-E14D-4D96-8835-21457CE7D0A5}" dt="2022-08-25T17:16:19.785" v="7319" actId="1076"/>
          <ac:spMkLst>
            <pc:docMk/>
            <pc:sldMk cId="1766116165" sldId="449"/>
            <ac:spMk id="6" creationId="{DFBB2CF9-AE72-57F8-FA65-43598AA1F563}"/>
          </ac:spMkLst>
        </pc:spChg>
        <pc:spChg chg="add mod">
          <ac:chgData name="박 신영" userId="dc4b2b3c9ac3a666" providerId="LiveId" clId="{4AAAEB7C-E14D-4D96-8835-21457CE7D0A5}" dt="2022-08-25T17:17:04.044" v="7432" actId="20577"/>
          <ac:spMkLst>
            <pc:docMk/>
            <pc:sldMk cId="1766116165" sldId="449"/>
            <ac:spMk id="7" creationId="{097DFCC1-0933-F80F-2530-6EAF12676B1F}"/>
          </ac:spMkLst>
        </pc:spChg>
        <pc:graphicFrameChg chg="mod modGraphic">
          <ac:chgData name="박 신영" userId="dc4b2b3c9ac3a666" providerId="LiveId" clId="{4AAAEB7C-E14D-4D96-8835-21457CE7D0A5}" dt="2022-08-25T17:17:32.224" v="7591"/>
          <ac:graphicFrameMkLst>
            <pc:docMk/>
            <pc:sldMk cId="1766116165" sldId="449"/>
            <ac:graphicFrameMk id="3" creationId="{00000000-0000-0000-0000-000000000000}"/>
          </ac:graphicFrameMkLst>
        </pc:graphicFrameChg>
      </pc:sldChg>
      <pc:sldChg chg="addSp modSp mod">
        <pc:chgData name="박 신영" userId="dc4b2b3c9ac3a666" providerId="LiveId" clId="{4AAAEB7C-E14D-4D96-8835-21457CE7D0A5}" dt="2022-08-25T17:27:59.044" v="8600" actId="1076"/>
        <pc:sldMkLst>
          <pc:docMk/>
          <pc:sldMk cId="3123151252" sldId="450"/>
        </pc:sldMkLst>
        <pc:spChg chg="add mod">
          <ac:chgData name="박 신영" userId="dc4b2b3c9ac3a666" providerId="LiveId" clId="{4AAAEB7C-E14D-4D96-8835-21457CE7D0A5}" dt="2022-08-25T17:17:49.266" v="7593" actId="1076"/>
          <ac:spMkLst>
            <pc:docMk/>
            <pc:sldMk cId="3123151252" sldId="450"/>
            <ac:spMk id="4" creationId="{1F54CD83-6BDC-D95D-BF21-C242C833FFA3}"/>
          </ac:spMkLst>
        </pc:spChg>
        <pc:spChg chg="add mod">
          <ac:chgData name="박 신영" userId="dc4b2b3c9ac3a666" providerId="LiveId" clId="{4AAAEB7C-E14D-4D96-8835-21457CE7D0A5}" dt="2022-08-25T17:17:53.504" v="7595" actId="20577"/>
          <ac:spMkLst>
            <pc:docMk/>
            <pc:sldMk cId="3123151252" sldId="450"/>
            <ac:spMk id="5" creationId="{40A77740-3D46-7CB7-4BCC-2D04B4BDCAF1}"/>
          </ac:spMkLst>
        </pc:spChg>
        <pc:spChg chg="add mod">
          <ac:chgData name="박 신영" userId="dc4b2b3c9ac3a666" providerId="LiveId" clId="{4AAAEB7C-E14D-4D96-8835-21457CE7D0A5}" dt="2022-08-25T17:27:59.044" v="8600" actId="1076"/>
          <ac:spMkLst>
            <pc:docMk/>
            <pc:sldMk cId="3123151252" sldId="450"/>
            <ac:spMk id="6" creationId="{DC4824AE-02E2-2A87-E213-7EB78E231AD2}"/>
          </ac:spMkLst>
        </pc:spChg>
        <pc:spChg chg="add mod">
          <ac:chgData name="박 신영" userId="dc4b2b3c9ac3a666" providerId="LiveId" clId="{4AAAEB7C-E14D-4D96-8835-21457CE7D0A5}" dt="2022-08-25T17:18:12.552" v="7625" actId="20577"/>
          <ac:spMkLst>
            <pc:docMk/>
            <pc:sldMk cId="3123151252" sldId="450"/>
            <ac:spMk id="7" creationId="{869AFEBD-FF99-CED1-089B-177A3D7C5C61}"/>
          </ac:spMkLst>
        </pc:spChg>
        <pc:spChg chg="add mod">
          <ac:chgData name="박 신영" userId="dc4b2b3c9ac3a666" providerId="LiveId" clId="{4AAAEB7C-E14D-4D96-8835-21457CE7D0A5}" dt="2022-08-25T17:18:05.916" v="7596"/>
          <ac:spMkLst>
            <pc:docMk/>
            <pc:sldMk cId="3123151252" sldId="450"/>
            <ac:spMk id="8" creationId="{2D626059-CB3D-0835-5FEB-E0654DE98197}"/>
          </ac:spMkLst>
        </pc:spChg>
        <pc:spChg chg="add mod">
          <ac:chgData name="박 신영" userId="dc4b2b3c9ac3a666" providerId="LiveId" clId="{4AAAEB7C-E14D-4D96-8835-21457CE7D0A5}" dt="2022-08-25T17:19:12.225" v="7628" actId="20577"/>
          <ac:spMkLst>
            <pc:docMk/>
            <pc:sldMk cId="3123151252" sldId="450"/>
            <ac:spMk id="9" creationId="{BB0E49D6-952D-8D14-80D6-C2FBEFA27CC0}"/>
          </ac:spMkLst>
        </pc:spChg>
        <pc:graphicFrameChg chg="mod modGraphic">
          <ac:chgData name="박 신영" userId="dc4b2b3c9ac3a666" providerId="LiveId" clId="{4AAAEB7C-E14D-4D96-8835-21457CE7D0A5}" dt="2022-08-25T17:19:27.594" v="7649" actId="20577"/>
          <ac:graphicFrameMkLst>
            <pc:docMk/>
            <pc:sldMk cId="3123151252" sldId="450"/>
            <ac:graphicFrameMk id="3" creationId="{00000000-0000-0000-0000-000000000000}"/>
          </ac:graphicFrameMkLst>
        </pc:graphicFrameChg>
      </pc:sldChg>
      <pc:sldChg chg="addSp modSp mod">
        <pc:chgData name="박 신영" userId="dc4b2b3c9ac3a666" providerId="LiveId" clId="{4AAAEB7C-E14D-4D96-8835-21457CE7D0A5}" dt="2022-08-25T17:29:26.771" v="8855" actId="20577"/>
        <pc:sldMkLst>
          <pc:docMk/>
          <pc:sldMk cId="3798104967" sldId="451"/>
        </pc:sldMkLst>
        <pc:spChg chg="add mod">
          <ac:chgData name="박 신영" userId="dc4b2b3c9ac3a666" providerId="LiveId" clId="{4AAAEB7C-E14D-4D96-8835-21457CE7D0A5}" dt="2022-08-25T17:19:51.958" v="7653" actId="1076"/>
          <ac:spMkLst>
            <pc:docMk/>
            <pc:sldMk cId="3798104967" sldId="451"/>
            <ac:spMk id="5" creationId="{3D45CFD6-B0BF-62A1-CD08-5843753092C9}"/>
          </ac:spMkLst>
        </pc:spChg>
        <pc:spChg chg="add mod">
          <ac:chgData name="박 신영" userId="dc4b2b3c9ac3a666" providerId="LiveId" clId="{4AAAEB7C-E14D-4D96-8835-21457CE7D0A5}" dt="2022-08-25T17:19:56.707" v="7654" actId="571"/>
          <ac:spMkLst>
            <pc:docMk/>
            <pc:sldMk cId="3798104967" sldId="451"/>
            <ac:spMk id="8" creationId="{79BEB166-AE81-73CA-6505-339566395CE9}"/>
          </ac:spMkLst>
        </pc:spChg>
        <pc:spChg chg="add mod">
          <ac:chgData name="박 신영" userId="dc4b2b3c9ac3a666" providerId="LiveId" clId="{4AAAEB7C-E14D-4D96-8835-21457CE7D0A5}" dt="2022-08-25T17:21:23.685" v="7771" actId="1076"/>
          <ac:spMkLst>
            <pc:docMk/>
            <pc:sldMk cId="3798104967" sldId="451"/>
            <ac:spMk id="11" creationId="{A0DAA1C0-74A7-6413-A368-952580313FBB}"/>
          </ac:spMkLst>
        </pc:spChg>
        <pc:spChg chg="add mod">
          <ac:chgData name="박 신영" userId="dc4b2b3c9ac3a666" providerId="LiveId" clId="{4AAAEB7C-E14D-4D96-8835-21457CE7D0A5}" dt="2022-08-25T17:20:10.220" v="7662" actId="20577"/>
          <ac:spMkLst>
            <pc:docMk/>
            <pc:sldMk cId="3798104967" sldId="451"/>
            <ac:spMk id="12" creationId="{40A1841D-9B5A-7DB0-0683-4592FF639352}"/>
          </ac:spMkLst>
        </pc:spChg>
        <pc:spChg chg="add mod">
          <ac:chgData name="박 신영" userId="dc4b2b3c9ac3a666" providerId="LiveId" clId="{4AAAEB7C-E14D-4D96-8835-21457CE7D0A5}" dt="2022-08-25T17:22:25.795" v="7870" actId="20577"/>
          <ac:spMkLst>
            <pc:docMk/>
            <pc:sldMk cId="3798104967" sldId="451"/>
            <ac:spMk id="13" creationId="{BBEA3BF4-B8B5-274E-1D7A-050CBF5BEECC}"/>
          </ac:spMkLst>
        </pc:spChg>
        <pc:spChg chg="add mod">
          <ac:chgData name="박 신영" userId="dc4b2b3c9ac3a666" providerId="LiveId" clId="{4AAAEB7C-E14D-4D96-8835-21457CE7D0A5}" dt="2022-08-25T17:22:27.247" v="7871" actId="20577"/>
          <ac:spMkLst>
            <pc:docMk/>
            <pc:sldMk cId="3798104967" sldId="451"/>
            <ac:spMk id="14" creationId="{24B17A45-4A4F-D0A5-D131-CD592F353874}"/>
          </ac:spMkLst>
        </pc:spChg>
        <pc:spChg chg="add mod">
          <ac:chgData name="박 신영" userId="dc4b2b3c9ac3a666" providerId="LiveId" clId="{4AAAEB7C-E14D-4D96-8835-21457CE7D0A5}" dt="2022-08-25T17:22:23.428" v="7869" actId="20577"/>
          <ac:spMkLst>
            <pc:docMk/>
            <pc:sldMk cId="3798104967" sldId="451"/>
            <ac:spMk id="15" creationId="{542685F1-D574-DBAF-B311-D717DDFD30D0}"/>
          </ac:spMkLst>
        </pc:spChg>
        <pc:spChg chg="add mod">
          <ac:chgData name="박 신영" userId="dc4b2b3c9ac3a666" providerId="LiveId" clId="{4AAAEB7C-E14D-4D96-8835-21457CE7D0A5}" dt="2022-08-25T17:28:24.198" v="8660" actId="1076"/>
          <ac:spMkLst>
            <pc:docMk/>
            <pc:sldMk cId="3798104967" sldId="451"/>
            <ac:spMk id="16" creationId="{F51349E9-23E7-0784-3369-9CCCF9111793}"/>
          </ac:spMkLst>
        </pc:spChg>
        <pc:spChg chg="add mod">
          <ac:chgData name="박 신영" userId="dc4b2b3c9ac3a666" providerId="LiveId" clId="{4AAAEB7C-E14D-4D96-8835-21457CE7D0A5}" dt="2022-08-25T17:28:24.198" v="8660" actId="1076"/>
          <ac:spMkLst>
            <pc:docMk/>
            <pc:sldMk cId="3798104967" sldId="451"/>
            <ac:spMk id="17" creationId="{B232578F-B6A5-35F7-4538-0C71517353BC}"/>
          </ac:spMkLst>
        </pc:spChg>
        <pc:spChg chg="add mod">
          <ac:chgData name="박 신영" userId="dc4b2b3c9ac3a666" providerId="LiveId" clId="{4AAAEB7C-E14D-4D96-8835-21457CE7D0A5}" dt="2022-08-25T17:28:24.198" v="8660" actId="1076"/>
          <ac:spMkLst>
            <pc:docMk/>
            <pc:sldMk cId="3798104967" sldId="451"/>
            <ac:spMk id="18" creationId="{ABA0DC27-ACB1-2D6B-73AE-DD5A179F49F7}"/>
          </ac:spMkLst>
        </pc:spChg>
        <pc:spChg chg="add mod">
          <ac:chgData name="박 신영" userId="dc4b2b3c9ac3a666" providerId="LiveId" clId="{4AAAEB7C-E14D-4D96-8835-21457CE7D0A5}" dt="2022-08-25T17:28:24.198" v="8660" actId="1076"/>
          <ac:spMkLst>
            <pc:docMk/>
            <pc:sldMk cId="3798104967" sldId="451"/>
            <ac:spMk id="19" creationId="{7C0C395F-2773-290D-7903-8F97471E8F5B}"/>
          </ac:spMkLst>
        </pc:spChg>
        <pc:spChg chg="add mod">
          <ac:chgData name="박 신영" userId="dc4b2b3c9ac3a666" providerId="LiveId" clId="{4AAAEB7C-E14D-4D96-8835-21457CE7D0A5}" dt="2022-08-25T17:28:25.872" v="8661" actId="571"/>
          <ac:spMkLst>
            <pc:docMk/>
            <pc:sldMk cId="3798104967" sldId="451"/>
            <ac:spMk id="20" creationId="{329922A9-07D9-198F-3525-E3534267EB56}"/>
          </ac:spMkLst>
        </pc:spChg>
        <pc:spChg chg="add mod">
          <ac:chgData name="박 신영" userId="dc4b2b3c9ac3a666" providerId="LiveId" clId="{4AAAEB7C-E14D-4D96-8835-21457CE7D0A5}" dt="2022-08-25T17:28:37.376" v="8719"/>
          <ac:spMkLst>
            <pc:docMk/>
            <pc:sldMk cId="3798104967" sldId="451"/>
            <ac:spMk id="21" creationId="{826FA932-DD63-26B9-C37E-303FE8CB5E3E}"/>
          </ac:spMkLst>
        </pc:spChg>
        <pc:spChg chg="add mod">
          <ac:chgData name="박 신영" userId="dc4b2b3c9ac3a666" providerId="LiveId" clId="{4AAAEB7C-E14D-4D96-8835-21457CE7D0A5}" dt="2022-08-25T17:28:25.872" v="8661" actId="571"/>
          <ac:spMkLst>
            <pc:docMk/>
            <pc:sldMk cId="3798104967" sldId="451"/>
            <ac:spMk id="24" creationId="{78A9D12F-FD89-7D23-2CE1-DF3358FD44CA}"/>
          </ac:spMkLst>
        </pc:spChg>
        <pc:spChg chg="add mod">
          <ac:chgData name="박 신영" userId="dc4b2b3c9ac3a666" providerId="LiveId" clId="{4AAAEB7C-E14D-4D96-8835-21457CE7D0A5}" dt="2022-08-25T17:28:28" v="8663" actId="20577"/>
          <ac:spMkLst>
            <pc:docMk/>
            <pc:sldMk cId="3798104967" sldId="451"/>
            <ac:spMk id="25" creationId="{A11778BC-905A-C86B-ACDE-4979A79E2CE0}"/>
          </ac:spMkLst>
        </pc:spChg>
        <pc:graphicFrameChg chg="mod modGraphic">
          <ac:chgData name="박 신영" userId="dc4b2b3c9ac3a666" providerId="LiveId" clId="{4AAAEB7C-E14D-4D96-8835-21457CE7D0A5}" dt="2022-08-25T17:29:26.771" v="8855" actId="20577"/>
          <ac:graphicFrameMkLst>
            <pc:docMk/>
            <pc:sldMk cId="3798104967" sldId="451"/>
            <ac:graphicFrameMk id="3" creationId="{00000000-0000-0000-0000-000000000000}"/>
          </ac:graphicFrameMkLst>
        </pc:graphicFrameChg>
      </pc:sldChg>
      <pc:sldChg chg="addSp modSp mod">
        <pc:chgData name="박 신영" userId="dc4b2b3c9ac3a666" providerId="LiveId" clId="{4AAAEB7C-E14D-4D96-8835-21457CE7D0A5}" dt="2022-08-25T17:38:16.861" v="9987" actId="20577"/>
        <pc:sldMkLst>
          <pc:docMk/>
          <pc:sldMk cId="2024236003" sldId="452"/>
        </pc:sldMkLst>
        <pc:spChg chg="add mod">
          <ac:chgData name="박 신영" userId="dc4b2b3c9ac3a666" providerId="LiveId" clId="{4AAAEB7C-E14D-4D96-8835-21457CE7D0A5}" dt="2022-08-25T17:32:51.046" v="9184" actId="1076"/>
          <ac:spMkLst>
            <pc:docMk/>
            <pc:sldMk cId="2024236003" sldId="452"/>
            <ac:spMk id="4" creationId="{537108DE-670B-54CC-0478-F0D9A583E8D7}"/>
          </ac:spMkLst>
        </pc:spChg>
        <pc:spChg chg="add mod">
          <ac:chgData name="박 신영" userId="dc4b2b3c9ac3a666" providerId="LiveId" clId="{4AAAEB7C-E14D-4D96-8835-21457CE7D0A5}" dt="2022-08-25T17:32:15.487" v="9120"/>
          <ac:spMkLst>
            <pc:docMk/>
            <pc:sldMk cId="2024236003" sldId="452"/>
            <ac:spMk id="5" creationId="{45A240B8-5FFA-068B-7EFD-92149DF150AF}"/>
          </ac:spMkLst>
        </pc:spChg>
        <pc:spChg chg="add mod">
          <ac:chgData name="박 신영" userId="dc4b2b3c9ac3a666" providerId="LiveId" clId="{4AAAEB7C-E14D-4D96-8835-21457CE7D0A5}" dt="2022-08-25T17:32:45.197" v="9181" actId="6549"/>
          <ac:spMkLst>
            <pc:docMk/>
            <pc:sldMk cId="2024236003" sldId="452"/>
            <ac:spMk id="6" creationId="{4FE288F6-B391-006E-6726-9EB3D33BD8F3}"/>
          </ac:spMkLst>
        </pc:spChg>
        <pc:spChg chg="add mod">
          <ac:chgData name="박 신영" userId="dc4b2b3c9ac3a666" providerId="LiveId" clId="{4AAAEB7C-E14D-4D96-8835-21457CE7D0A5}" dt="2022-08-25T17:32:43.246" v="9180"/>
          <ac:spMkLst>
            <pc:docMk/>
            <pc:sldMk cId="2024236003" sldId="452"/>
            <ac:spMk id="8" creationId="{E1C22E69-B9C8-EA24-18FA-921C8BEAF624}"/>
          </ac:spMkLst>
        </pc:spChg>
        <pc:spChg chg="add mod">
          <ac:chgData name="박 신영" userId="dc4b2b3c9ac3a666" providerId="LiveId" clId="{4AAAEB7C-E14D-4D96-8835-21457CE7D0A5}" dt="2022-08-25T17:32:46.594" v="9182" actId="6549"/>
          <ac:spMkLst>
            <pc:docMk/>
            <pc:sldMk cId="2024236003" sldId="452"/>
            <ac:spMk id="11" creationId="{7B118368-0A52-B191-C541-AC0E815815C1}"/>
          </ac:spMkLst>
        </pc:spChg>
        <pc:spChg chg="add mod">
          <ac:chgData name="박 신영" userId="dc4b2b3c9ac3a666" providerId="LiveId" clId="{4AAAEB7C-E14D-4D96-8835-21457CE7D0A5}" dt="2022-08-25T17:33:00.631" v="9187" actId="20577"/>
          <ac:spMkLst>
            <pc:docMk/>
            <pc:sldMk cId="2024236003" sldId="452"/>
            <ac:spMk id="12" creationId="{FB90A507-3D94-582B-AC04-4E5384B85D19}"/>
          </ac:spMkLst>
        </pc:spChg>
        <pc:spChg chg="add mod">
          <ac:chgData name="박 신영" userId="dc4b2b3c9ac3a666" providerId="LiveId" clId="{4AAAEB7C-E14D-4D96-8835-21457CE7D0A5}" dt="2022-08-25T17:33:08.399" v="9190" actId="20577"/>
          <ac:spMkLst>
            <pc:docMk/>
            <pc:sldMk cId="2024236003" sldId="452"/>
            <ac:spMk id="13" creationId="{231019EC-ECCB-469D-1A9C-3A6819B24C63}"/>
          </ac:spMkLst>
        </pc:spChg>
        <pc:spChg chg="add mod">
          <ac:chgData name="박 신영" userId="dc4b2b3c9ac3a666" providerId="LiveId" clId="{4AAAEB7C-E14D-4D96-8835-21457CE7D0A5}" dt="2022-08-25T17:33:21.334" v="9194" actId="20577"/>
          <ac:spMkLst>
            <pc:docMk/>
            <pc:sldMk cId="2024236003" sldId="452"/>
            <ac:spMk id="14" creationId="{39EC9582-27BA-F933-6C25-86BC4D93A963}"/>
          </ac:spMkLst>
        </pc:spChg>
        <pc:spChg chg="add mod">
          <ac:chgData name="박 신영" userId="dc4b2b3c9ac3a666" providerId="LiveId" clId="{4AAAEB7C-E14D-4D96-8835-21457CE7D0A5}" dt="2022-08-25T17:36:57.403" v="9768"/>
          <ac:spMkLst>
            <pc:docMk/>
            <pc:sldMk cId="2024236003" sldId="452"/>
            <ac:spMk id="15" creationId="{469EF437-A906-4158-0BEB-B7A4BA194FEF}"/>
          </ac:spMkLst>
        </pc:spChg>
        <pc:spChg chg="add mod">
          <ac:chgData name="박 신영" userId="dc4b2b3c9ac3a666" providerId="LiveId" clId="{4AAAEB7C-E14D-4D96-8835-21457CE7D0A5}" dt="2022-08-25T17:37:07.250" v="9828" actId="20577"/>
          <ac:spMkLst>
            <pc:docMk/>
            <pc:sldMk cId="2024236003" sldId="452"/>
            <ac:spMk id="16" creationId="{1E474F63-EC76-3F34-BF09-ADCC447D2716}"/>
          </ac:spMkLst>
        </pc:spChg>
        <pc:spChg chg="add mod">
          <ac:chgData name="박 신영" userId="dc4b2b3c9ac3a666" providerId="LiveId" clId="{4AAAEB7C-E14D-4D96-8835-21457CE7D0A5}" dt="2022-08-25T17:36:57.403" v="9768"/>
          <ac:spMkLst>
            <pc:docMk/>
            <pc:sldMk cId="2024236003" sldId="452"/>
            <ac:spMk id="17" creationId="{82E8952C-10E0-3507-585E-ADCFC5D933B3}"/>
          </ac:spMkLst>
        </pc:spChg>
        <pc:spChg chg="add mod">
          <ac:chgData name="박 신영" userId="dc4b2b3c9ac3a666" providerId="LiveId" clId="{4AAAEB7C-E14D-4D96-8835-21457CE7D0A5}" dt="2022-08-25T17:38:11.456" v="9984" actId="20577"/>
          <ac:spMkLst>
            <pc:docMk/>
            <pc:sldMk cId="2024236003" sldId="452"/>
            <ac:spMk id="18" creationId="{0BAEC2DB-027B-3051-8D80-76085982AC48}"/>
          </ac:spMkLst>
        </pc:spChg>
        <pc:spChg chg="add mod">
          <ac:chgData name="박 신영" userId="dc4b2b3c9ac3a666" providerId="LiveId" clId="{4AAAEB7C-E14D-4D96-8835-21457CE7D0A5}" dt="2022-08-25T17:36:57.403" v="9768"/>
          <ac:spMkLst>
            <pc:docMk/>
            <pc:sldMk cId="2024236003" sldId="452"/>
            <ac:spMk id="19" creationId="{846B88D8-24BE-C5EF-C330-AA2D9CEB22D1}"/>
          </ac:spMkLst>
        </pc:spChg>
        <pc:spChg chg="add mod">
          <ac:chgData name="박 신영" userId="dc4b2b3c9ac3a666" providerId="LiveId" clId="{4AAAEB7C-E14D-4D96-8835-21457CE7D0A5}" dt="2022-08-25T17:38:07.455" v="9981"/>
          <ac:spMkLst>
            <pc:docMk/>
            <pc:sldMk cId="2024236003" sldId="452"/>
            <ac:spMk id="20" creationId="{B835F2E4-D3C0-4B48-E508-6F4B4D37088F}"/>
          </ac:spMkLst>
        </pc:spChg>
        <pc:spChg chg="add mod">
          <ac:chgData name="박 신영" userId="dc4b2b3c9ac3a666" providerId="LiveId" clId="{4AAAEB7C-E14D-4D96-8835-21457CE7D0A5}" dt="2022-08-25T17:36:57.403" v="9768"/>
          <ac:spMkLst>
            <pc:docMk/>
            <pc:sldMk cId="2024236003" sldId="452"/>
            <ac:spMk id="21" creationId="{CAD9F815-DA07-D7C9-8AB3-CDA7980E48AC}"/>
          </ac:spMkLst>
        </pc:spChg>
        <pc:spChg chg="add mod">
          <ac:chgData name="박 신영" userId="dc4b2b3c9ac3a666" providerId="LiveId" clId="{4AAAEB7C-E14D-4D96-8835-21457CE7D0A5}" dt="2022-08-25T17:38:16.861" v="9987" actId="20577"/>
          <ac:spMkLst>
            <pc:docMk/>
            <pc:sldMk cId="2024236003" sldId="452"/>
            <ac:spMk id="22" creationId="{CDD14B3E-D944-2B1C-3051-D3C52ADEBBE4}"/>
          </ac:spMkLst>
        </pc:spChg>
        <pc:spChg chg="mod">
          <ac:chgData name="박 신영" userId="dc4b2b3c9ac3a666" providerId="LiveId" clId="{4AAAEB7C-E14D-4D96-8835-21457CE7D0A5}" dt="2022-08-25T17:32:01.927" v="9098" actId="1076"/>
          <ac:spMkLst>
            <pc:docMk/>
            <pc:sldMk cId="2024236003" sldId="452"/>
            <ac:spMk id="117" creationId="{00000000-0000-0000-0000-000000000000}"/>
          </ac:spMkLst>
        </pc:spChg>
        <pc:graphicFrameChg chg="mod modGraphic">
          <ac:chgData name="박 신영" userId="dc4b2b3c9ac3a666" providerId="LiveId" clId="{4AAAEB7C-E14D-4D96-8835-21457CE7D0A5}" dt="2022-08-25T17:36:51.437" v="9767" actId="20577"/>
          <ac:graphicFrameMkLst>
            <pc:docMk/>
            <pc:sldMk cId="2024236003" sldId="452"/>
            <ac:graphicFrameMk id="3" creationId="{00000000-0000-0000-0000-000000000000}"/>
          </ac:graphicFrameMkLst>
        </pc:graphicFrameChg>
        <pc:cxnChg chg="mod">
          <ac:chgData name="박 신영" userId="dc4b2b3c9ac3a666" providerId="LiveId" clId="{4AAAEB7C-E14D-4D96-8835-21457CE7D0A5}" dt="2022-08-25T17:32:01.927" v="9098" actId="1076"/>
          <ac:cxnSpMkLst>
            <pc:docMk/>
            <pc:sldMk cId="2024236003" sldId="452"/>
            <ac:cxnSpMk id="116" creationId="{00000000-0000-0000-0000-000000000000}"/>
          </ac:cxnSpMkLst>
        </pc:cxnChg>
      </pc:sldChg>
      <pc:sldChg chg="addSp modSp mod">
        <pc:chgData name="박 신영" userId="dc4b2b3c9ac3a666" providerId="LiveId" clId="{4AAAEB7C-E14D-4D96-8835-21457CE7D0A5}" dt="2022-08-25T17:51:41.595" v="11220" actId="20577"/>
        <pc:sldMkLst>
          <pc:docMk/>
          <pc:sldMk cId="354797800" sldId="453"/>
        </pc:sldMkLst>
        <pc:spChg chg="add mod">
          <ac:chgData name="박 신영" userId="dc4b2b3c9ac3a666" providerId="LiveId" clId="{4AAAEB7C-E14D-4D96-8835-21457CE7D0A5}" dt="2022-08-25T17:39:02.925" v="9989" actId="1076"/>
          <ac:spMkLst>
            <pc:docMk/>
            <pc:sldMk cId="354797800" sldId="453"/>
            <ac:spMk id="5" creationId="{8097573B-B893-303C-A52B-885383607320}"/>
          </ac:spMkLst>
        </pc:spChg>
        <pc:spChg chg="add mod">
          <ac:chgData name="박 신영" userId="dc4b2b3c9ac3a666" providerId="LiveId" clId="{4AAAEB7C-E14D-4D96-8835-21457CE7D0A5}" dt="2022-08-25T17:39:14.341" v="9992" actId="20577"/>
          <ac:spMkLst>
            <pc:docMk/>
            <pc:sldMk cId="354797800" sldId="453"/>
            <ac:spMk id="7" creationId="{8222256A-AE6B-6886-84E6-1D813954BB88}"/>
          </ac:spMkLst>
        </pc:spChg>
        <pc:spChg chg="add mod">
          <ac:chgData name="박 신영" userId="dc4b2b3c9ac3a666" providerId="LiveId" clId="{4AAAEB7C-E14D-4D96-8835-21457CE7D0A5}" dt="2022-08-25T17:39:24.286" v="9995" actId="20577"/>
          <ac:spMkLst>
            <pc:docMk/>
            <pc:sldMk cId="354797800" sldId="453"/>
            <ac:spMk id="12" creationId="{36DEC87E-69FE-FE67-567F-A6E8DB01BA91}"/>
          </ac:spMkLst>
        </pc:spChg>
        <pc:spChg chg="add mod">
          <ac:chgData name="박 신영" userId="dc4b2b3c9ac3a666" providerId="LiveId" clId="{4AAAEB7C-E14D-4D96-8835-21457CE7D0A5}" dt="2022-08-25T17:39:29.714" v="9998" actId="20577"/>
          <ac:spMkLst>
            <pc:docMk/>
            <pc:sldMk cId="354797800" sldId="453"/>
            <ac:spMk id="13" creationId="{AAC67689-51E8-1539-D529-470F29C8B6D2}"/>
          </ac:spMkLst>
        </pc:spChg>
        <pc:spChg chg="add mod">
          <ac:chgData name="박 신영" userId="dc4b2b3c9ac3a666" providerId="LiveId" clId="{4AAAEB7C-E14D-4D96-8835-21457CE7D0A5}" dt="2022-08-25T17:39:34.654" v="10000" actId="20577"/>
          <ac:spMkLst>
            <pc:docMk/>
            <pc:sldMk cId="354797800" sldId="453"/>
            <ac:spMk id="14" creationId="{867F50BA-277B-F833-179B-44CB7C2E0E8F}"/>
          </ac:spMkLst>
        </pc:spChg>
        <pc:spChg chg="add mod">
          <ac:chgData name="박 신영" userId="dc4b2b3c9ac3a666" providerId="LiveId" clId="{4AAAEB7C-E14D-4D96-8835-21457CE7D0A5}" dt="2022-08-25T17:39:40.717" v="10002" actId="20577"/>
          <ac:spMkLst>
            <pc:docMk/>
            <pc:sldMk cId="354797800" sldId="453"/>
            <ac:spMk id="15" creationId="{FBCE41DF-AB90-025A-C5F9-FE97094752BF}"/>
          </ac:spMkLst>
        </pc:spChg>
        <pc:spChg chg="add mod">
          <ac:chgData name="박 신영" userId="dc4b2b3c9ac3a666" providerId="LiveId" clId="{4AAAEB7C-E14D-4D96-8835-21457CE7D0A5}" dt="2022-08-25T17:39:45.735" v="10004" actId="20577"/>
          <ac:spMkLst>
            <pc:docMk/>
            <pc:sldMk cId="354797800" sldId="453"/>
            <ac:spMk id="16" creationId="{21CBE1FD-FAFA-8BB7-1196-DBCC84BF87B5}"/>
          </ac:spMkLst>
        </pc:spChg>
        <pc:spChg chg="add mod">
          <ac:chgData name="박 신영" userId="dc4b2b3c9ac3a666" providerId="LiveId" clId="{4AAAEB7C-E14D-4D96-8835-21457CE7D0A5}" dt="2022-08-25T17:40:36.392" v="10009" actId="20577"/>
          <ac:spMkLst>
            <pc:docMk/>
            <pc:sldMk cId="354797800" sldId="453"/>
            <ac:spMk id="17" creationId="{77CF4838-D5EE-0A38-033D-C273C18D530A}"/>
          </ac:spMkLst>
        </pc:spChg>
        <pc:spChg chg="add mod">
          <ac:chgData name="박 신영" userId="dc4b2b3c9ac3a666" providerId="LiveId" clId="{4AAAEB7C-E14D-4D96-8835-21457CE7D0A5}" dt="2022-08-25T17:50:50.799" v="11095" actId="1076"/>
          <ac:spMkLst>
            <pc:docMk/>
            <pc:sldMk cId="354797800" sldId="453"/>
            <ac:spMk id="18" creationId="{6E5B7BA2-0244-0384-7597-EA493D9D066B}"/>
          </ac:spMkLst>
        </pc:spChg>
        <pc:spChg chg="add mod">
          <ac:chgData name="박 신영" userId="dc4b2b3c9ac3a666" providerId="LiveId" clId="{4AAAEB7C-E14D-4D96-8835-21457CE7D0A5}" dt="2022-08-25T17:50:50.799" v="11095" actId="1076"/>
          <ac:spMkLst>
            <pc:docMk/>
            <pc:sldMk cId="354797800" sldId="453"/>
            <ac:spMk id="19" creationId="{68F66E42-0B2E-0EE6-3FF4-9E7711B836CB}"/>
          </ac:spMkLst>
        </pc:spChg>
        <pc:spChg chg="add mod">
          <ac:chgData name="박 신영" userId="dc4b2b3c9ac3a666" providerId="LiveId" clId="{4AAAEB7C-E14D-4D96-8835-21457CE7D0A5}" dt="2022-08-25T17:50:50.799" v="11095" actId="1076"/>
          <ac:spMkLst>
            <pc:docMk/>
            <pc:sldMk cId="354797800" sldId="453"/>
            <ac:spMk id="20" creationId="{E8DB4AA0-B37C-C50D-B5B6-79055CE48447}"/>
          </ac:spMkLst>
        </pc:spChg>
        <pc:spChg chg="add mod">
          <ac:chgData name="박 신영" userId="dc4b2b3c9ac3a666" providerId="LiveId" clId="{4AAAEB7C-E14D-4D96-8835-21457CE7D0A5}" dt="2022-08-25T17:50:50.799" v="11095" actId="1076"/>
          <ac:spMkLst>
            <pc:docMk/>
            <pc:sldMk cId="354797800" sldId="453"/>
            <ac:spMk id="21" creationId="{CC31B205-ED04-22F6-4164-BB4884AFFBEB}"/>
          </ac:spMkLst>
        </pc:spChg>
        <pc:spChg chg="mod">
          <ac:chgData name="박 신영" userId="dc4b2b3c9ac3a666" providerId="LiveId" clId="{4AAAEB7C-E14D-4D96-8835-21457CE7D0A5}" dt="2022-08-25T17:43:48.194" v="10171" actId="14100"/>
          <ac:spMkLst>
            <pc:docMk/>
            <pc:sldMk cId="354797800" sldId="453"/>
            <ac:spMk id="60" creationId="{00000000-0000-0000-0000-000000000000}"/>
          </ac:spMkLst>
        </pc:spChg>
        <pc:graphicFrameChg chg="mod modGraphic">
          <ac:chgData name="박 신영" userId="dc4b2b3c9ac3a666" providerId="LiveId" clId="{4AAAEB7C-E14D-4D96-8835-21457CE7D0A5}" dt="2022-08-25T17:51:41.595" v="11220" actId="20577"/>
          <ac:graphicFrameMkLst>
            <pc:docMk/>
            <pc:sldMk cId="354797800" sldId="453"/>
            <ac:graphicFrameMk id="3" creationId="{00000000-0000-0000-0000-000000000000}"/>
          </ac:graphicFrameMkLst>
        </pc:graphicFrameChg>
      </pc:sldChg>
      <pc:sldChg chg="addSp modSp mod">
        <pc:chgData name="박 신영" userId="dc4b2b3c9ac3a666" providerId="LiveId" clId="{4AAAEB7C-E14D-4D96-8835-21457CE7D0A5}" dt="2022-08-25T18:00:31.850" v="12375" actId="20577"/>
        <pc:sldMkLst>
          <pc:docMk/>
          <pc:sldMk cId="1605612422" sldId="454"/>
        </pc:sldMkLst>
        <pc:spChg chg="add mod">
          <ac:chgData name="박 신영" userId="dc4b2b3c9ac3a666" providerId="LiveId" clId="{4AAAEB7C-E14D-4D96-8835-21457CE7D0A5}" dt="2022-08-25T17:52:42.303" v="11222" actId="1076"/>
          <ac:spMkLst>
            <pc:docMk/>
            <pc:sldMk cId="1605612422" sldId="454"/>
            <ac:spMk id="5" creationId="{411BD001-C98A-CA32-FB25-05382D6A0079}"/>
          </ac:spMkLst>
        </pc:spChg>
        <pc:spChg chg="add mod">
          <ac:chgData name="박 신영" userId="dc4b2b3c9ac3a666" providerId="LiveId" clId="{4AAAEB7C-E14D-4D96-8835-21457CE7D0A5}" dt="2022-08-25T17:52:47.500" v="11225" actId="20577"/>
          <ac:spMkLst>
            <pc:docMk/>
            <pc:sldMk cId="1605612422" sldId="454"/>
            <ac:spMk id="7" creationId="{EFEDBF6E-D21D-D5FA-774E-E0D149C4BB11}"/>
          </ac:spMkLst>
        </pc:spChg>
        <pc:spChg chg="add mod">
          <ac:chgData name="박 신영" userId="dc4b2b3c9ac3a666" providerId="LiveId" clId="{4AAAEB7C-E14D-4D96-8835-21457CE7D0A5}" dt="2022-08-25T17:52:52.875" v="11228" actId="20577"/>
          <ac:spMkLst>
            <pc:docMk/>
            <pc:sldMk cId="1605612422" sldId="454"/>
            <ac:spMk id="9" creationId="{428A164E-81EC-711A-E2CD-43465B64ED32}"/>
          </ac:spMkLst>
        </pc:spChg>
        <pc:spChg chg="add mod">
          <ac:chgData name="박 신영" userId="dc4b2b3c9ac3a666" providerId="LiveId" clId="{4AAAEB7C-E14D-4D96-8835-21457CE7D0A5}" dt="2022-08-25T17:53:33.631" v="11236" actId="20577"/>
          <ac:spMkLst>
            <pc:docMk/>
            <pc:sldMk cId="1605612422" sldId="454"/>
            <ac:spMk id="11" creationId="{461AC0A8-B742-BEE8-8191-92DBBB076CDA}"/>
          </ac:spMkLst>
        </pc:spChg>
        <pc:spChg chg="add mod">
          <ac:chgData name="박 신영" userId="dc4b2b3c9ac3a666" providerId="LiveId" clId="{4AAAEB7C-E14D-4D96-8835-21457CE7D0A5}" dt="2022-08-25T17:53:35.783" v="11237" actId="20577"/>
          <ac:spMkLst>
            <pc:docMk/>
            <pc:sldMk cId="1605612422" sldId="454"/>
            <ac:spMk id="12" creationId="{A12CD8AF-EDC1-78A0-2BB1-6A2B3A7C587F}"/>
          </ac:spMkLst>
        </pc:spChg>
        <pc:spChg chg="add mod">
          <ac:chgData name="박 신영" userId="dc4b2b3c9ac3a666" providerId="LiveId" clId="{4AAAEB7C-E14D-4D96-8835-21457CE7D0A5}" dt="2022-08-25T17:53:37.995" v="11238" actId="20577"/>
          <ac:spMkLst>
            <pc:docMk/>
            <pc:sldMk cId="1605612422" sldId="454"/>
            <ac:spMk id="13" creationId="{1D037F14-736D-6729-4B93-517F1FB449DB}"/>
          </ac:spMkLst>
        </pc:spChg>
        <pc:spChg chg="add mod">
          <ac:chgData name="박 신영" userId="dc4b2b3c9ac3a666" providerId="LiveId" clId="{4AAAEB7C-E14D-4D96-8835-21457CE7D0A5}" dt="2022-08-25T17:53:48.142" v="11241" actId="20577"/>
          <ac:spMkLst>
            <pc:docMk/>
            <pc:sldMk cId="1605612422" sldId="454"/>
            <ac:spMk id="14" creationId="{3760F5C8-20DB-F446-9AD0-40771E7268F1}"/>
          </ac:spMkLst>
        </pc:spChg>
        <pc:spChg chg="add mod">
          <ac:chgData name="박 신영" userId="dc4b2b3c9ac3a666" providerId="LiveId" clId="{4AAAEB7C-E14D-4D96-8835-21457CE7D0A5}" dt="2022-08-25T17:53:53.207" v="11243" actId="20577"/>
          <ac:spMkLst>
            <pc:docMk/>
            <pc:sldMk cId="1605612422" sldId="454"/>
            <ac:spMk id="15" creationId="{0702D225-F7AC-4A2F-1E6C-945B5FBAA2D0}"/>
          </ac:spMkLst>
        </pc:spChg>
        <pc:spChg chg="mod">
          <ac:chgData name="박 신영" userId="dc4b2b3c9ac3a666" providerId="LiveId" clId="{4AAAEB7C-E14D-4D96-8835-21457CE7D0A5}" dt="2022-08-25T18:00:31.850" v="12375" actId="20577"/>
          <ac:spMkLst>
            <pc:docMk/>
            <pc:sldMk cId="1605612422" sldId="454"/>
            <ac:spMk id="162" creationId="{00000000-0000-0000-0000-000000000000}"/>
          </ac:spMkLst>
        </pc:spChg>
        <pc:spChg chg="mod">
          <ac:chgData name="박 신영" userId="dc4b2b3c9ac3a666" providerId="LiveId" clId="{4AAAEB7C-E14D-4D96-8835-21457CE7D0A5}" dt="2022-08-25T17:57:30.902" v="11826"/>
          <ac:spMkLst>
            <pc:docMk/>
            <pc:sldMk cId="1605612422" sldId="454"/>
            <ac:spMk id="163" creationId="{00000000-0000-0000-0000-000000000000}"/>
          </ac:spMkLst>
        </pc:spChg>
        <pc:graphicFrameChg chg="mod modGraphic">
          <ac:chgData name="박 신영" userId="dc4b2b3c9ac3a666" providerId="LiveId" clId="{4AAAEB7C-E14D-4D96-8835-21457CE7D0A5}" dt="2022-08-25T17:59:32.995" v="12366" actId="20577"/>
          <ac:graphicFrameMkLst>
            <pc:docMk/>
            <pc:sldMk cId="1605612422" sldId="454"/>
            <ac:graphicFrameMk id="3" creationId="{00000000-0000-0000-0000-000000000000}"/>
          </ac:graphicFrameMkLst>
        </pc:graphicFrameChg>
      </pc:sldChg>
      <pc:sldChg chg="addSp delSp modSp mod">
        <pc:chgData name="박 신영" userId="dc4b2b3c9ac3a666" providerId="LiveId" clId="{4AAAEB7C-E14D-4D96-8835-21457CE7D0A5}" dt="2022-08-25T18:07:04.152" v="13052" actId="6549"/>
        <pc:sldMkLst>
          <pc:docMk/>
          <pc:sldMk cId="1310491565" sldId="456"/>
        </pc:sldMkLst>
        <pc:spChg chg="add mod">
          <ac:chgData name="박 신영" userId="dc4b2b3c9ac3a666" providerId="LiveId" clId="{4AAAEB7C-E14D-4D96-8835-21457CE7D0A5}" dt="2022-08-25T17:59:51.720" v="12369" actId="20577"/>
          <ac:spMkLst>
            <pc:docMk/>
            <pc:sldMk cId="1310491565" sldId="456"/>
            <ac:spMk id="5" creationId="{25CA9A9B-D0D3-A941-9973-B8798E4F70A7}"/>
          </ac:spMkLst>
        </pc:spChg>
        <pc:spChg chg="add mod">
          <ac:chgData name="박 신영" userId="dc4b2b3c9ac3a666" providerId="LiveId" clId="{4AAAEB7C-E14D-4D96-8835-21457CE7D0A5}" dt="2022-08-25T18:01:40.672" v="12386" actId="14100"/>
          <ac:spMkLst>
            <pc:docMk/>
            <pc:sldMk cId="1310491565" sldId="456"/>
            <ac:spMk id="7" creationId="{30B437B7-6FCB-C01F-FD8E-688222854165}"/>
          </ac:spMkLst>
        </pc:spChg>
        <pc:spChg chg="add mod">
          <ac:chgData name="박 신영" userId="dc4b2b3c9ac3a666" providerId="LiveId" clId="{4AAAEB7C-E14D-4D96-8835-21457CE7D0A5}" dt="2022-08-25T18:01:45.121" v="12389" actId="20577"/>
          <ac:spMkLst>
            <pc:docMk/>
            <pc:sldMk cId="1310491565" sldId="456"/>
            <ac:spMk id="8" creationId="{5CF4F2DD-6CDD-FA1F-4BAC-7F7F4EEF2CDD}"/>
          </ac:spMkLst>
        </pc:spChg>
        <pc:spChg chg="add del mod">
          <ac:chgData name="박 신영" userId="dc4b2b3c9ac3a666" providerId="LiveId" clId="{4AAAEB7C-E14D-4D96-8835-21457CE7D0A5}" dt="2022-08-25T18:06:56.139" v="13051" actId="478"/>
          <ac:spMkLst>
            <pc:docMk/>
            <pc:sldMk cId="1310491565" sldId="456"/>
            <ac:spMk id="9" creationId="{F62C98A7-3C8A-746A-E0EC-2C08E9313913}"/>
          </ac:spMkLst>
        </pc:spChg>
        <pc:spChg chg="add del mod">
          <ac:chgData name="박 신영" userId="dc4b2b3c9ac3a666" providerId="LiveId" clId="{4AAAEB7C-E14D-4D96-8835-21457CE7D0A5}" dt="2022-08-25T18:06:56.139" v="13051" actId="478"/>
          <ac:spMkLst>
            <pc:docMk/>
            <pc:sldMk cId="1310491565" sldId="456"/>
            <ac:spMk id="10" creationId="{ACD62261-1D69-1FBA-AFE0-FA7B3E51BB24}"/>
          </ac:spMkLst>
        </pc:spChg>
        <pc:spChg chg="add del mod">
          <ac:chgData name="박 신영" userId="dc4b2b3c9ac3a666" providerId="LiveId" clId="{4AAAEB7C-E14D-4D96-8835-21457CE7D0A5}" dt="2022-08-25T18:06:56.139" v="13051" actId="478"/>
          <ac:spMkLst>
            <pc:docMk/>
            <pc:sldMk cId="1310491565" sldId="456"/>
            <ac:spMk id="11" creationId="{06FFBD20-030C-DBEA-995E-DCB1FDDCECC3}"/>
          </ac:spMkLst>
        </pc:spChg>
        <pc:spChg chg="add del mod">
          <ac:chgData name="박 신영" userId="dc4b2b3c9ac3a666" providerId="LiveId" clId="{4AAAEB7C-E14D-4D96-8835-21457CE7D0A5}" dt="2022-08-25T18:03:32.791" v="12453" actId="478"/>
          <ac:spMkLst>
            <pc:docMk/>
            <pc:sldMk cId="1310491565" sldId="456"/>
            <ac:spMk id="12" creationId="{4880B725-9C77-C950-BC3F-71B1C297EEC1}"/>
          </ac:spMkLst>
        </pc:spChg>
        <pc:spChg chg="add mod">
          <ac:chgData name="박 신영" userId="dc4b2b3c9ac3a666" providerId="LiveId" clId="{4AAAEB7C-E14D-4D96-8835-21457CE7D0A5}" dt="2022-08-25T18:04:06.738" v="12462" actId="14100"/>
          <ac:spMkLst>
            <pc:docMk/>
            <pc:sldMk cId="1310491565" sldId="456"/>
            <ac:spMk id="13" creationId="{06B7DD19-1E17-1F63-A7B6-991DA918A0EF}"/>
          </ac:spMkLst>
        </pc:spChg>
        <pc:spChg chg="add mod">
          <ac:chgData name="박 신영" userId="dc4b2b3c9ac3a666" providerId="LiveId" clId="{4AAAEB7C-E14D-4D96-8835-21457CE7D0A5}" dt="2022-08-25T18:04:14.791" v="12465" actId="20577"/>
          <ac:spMkLst>
            <pc:docMk/>
            <pc:sldMk cId="1310491565" sldId="456"/>
            <ac:spMk id="14" creationId="{6B5F19A9-EC3B-0B48-4C43-19AAAA7621B0}"/>
          </ac:spMkLst>
        </pc:spChg>
        <pc:spChg chg="add del mod">
          <ac:chgData name="박 신영" userId="dc4b2b3c9ac3a666" providerId="LiveId" clId="{4AAAEB7C-E14D-4D96-8835-21457CE7D0A5}" dt="2022-08-25T18:06:56.139" v="13051" actId="478"/>
          <ac:spMkLst>
            <pc:docMk/>
            <pc:sldMk cId="1310491565" sldId="456"/>
            <ac:spMk id="15" creationId="{5A377C3C-0D44-D3FD-4193-4AB657BA96B5}"/>
          </ac:spMkLst>
        </pc:spChg>
        <pc:graphicFrameChg chg="mod modGraphic">
          <ac:chgData name="박 신영" userId="dc4b2b3c9ac3a666" providerId="LiveId" clId="{4AAAEB7C-E14D-4D96-8835-21457CE7D0A5}" dt="2022-08-25T18:07:04.152" v="13052" actId="6549"/>
          <ac:graphicFrameMkLst>
            <pc:docMk/>
            <pc:sldMk cId="1310491565" sldId="456"/>
            <ac:graphicFrameMk id="3" creationId="{00000000-0000-0000-0000-000000000000}"/>
          </ac:graphicFrameMkLst>
        </pc:graphicFrameChg>
      </pc:sldChg>
      <pc:sldChg chg="addSp modSp mod">
        <pc:chgData name="박 신영" userId="dc4b2b3c9ac3a666" providerId="LiveId" clId="{4AAAEB7C-E14D-4D96-8835-21457CE7D0A5}" dt="2022-08-25T18:19:16.502" v="14699"/>
        <pc:sldMkLst>
          <pc:docMk/>
          <pc:sldMk cId="2944886781" sldId="458"/>
        </pc:sldMkLst>
        <pc:spChg chg="add mod">
          <ac:chgData name="박 신영" userId="dc4b2b3c9ac3a666" providerId="LiveId" clId="{4AAAEB7C-E14D-4D96-8835-21457CE7D0A5}" dt="2022-08-25T18:17:02.683" v="14298" actId="1076"/>
          <ac:spMkLst>
            <pc:docMk/>
            <pc:sldMk cId="2944886781" sldId="458"/>
            <ac:spMk id="5" creationId="{21B367C1-F9E4-8E7E-BB90-04E6792CA139}"/>
          </ac:spMkLst>
        </pc:spChg>
        <pc:spChg chg="add mod">
          <ac:chgData name="박 신영" userId="dc4b2b3c9ac3a666" providerId="LiveId" clId="{4AAAEB7C-E14D-4D96-8835-21457CE7D0A5}" dt="2022-08-25T18:17:07.430" v="14301" actId="20577"/>
          <ac:spMkLst>
            <pc:docMk/>
            <pc:sldMk cId="2944886781" sldId="458"/>
            <ac:spMk id="8" creationId="{EC05BE60-789B-C016-24BD-E8792AE9C8EB}"/>
          </ac:spMkLst>
        </pc:spChg>
        <pc:spChg chg="add mod">
          <ac:chgData name="박 신영" userId="dc4b2b3c9ac3a666" providerId="LiveId" clId="{4AAAEB7C-E14D-4D96-8835-21457CE7D0A5}" dt="2022-08-25T18:17:14.954" v="14304" actId="20577"/>
          <ac:spMkLst>
            <pc:docMk/>
            <pc:sldMk cId="2944886781" sldId="458"/>
            <ac:spMk id="9" creationId="{BE7996D0-2AAC-BB10-DFF5-FD7534C79FC3}"/>
          </ac:spMkLst>
        </pc:spChg>
        <pc:spChg chg="add mod">
          <ac:chgData name="박 신영" userId="dc4b2b3c9ac3a666" providerId="LiveId" clId="{4AAAEB7C-E14D-4D96-8835-21457CE7D0A5}" dt="2022-08-25T18:17:19.578" v="14306" actId="20577"/>
          <ac:spMkLst>
            <pc:docMk/>
            <pc:sldMk cId="2944886781" sldId="458"/>
            <ac:spMk id="10" creationId="{49D8D4AE-5F78-6DA9-1E79-31DDEFBAB96F}"/>
          </ac:spMkLst>
        </pc:spChg>
        <pc:spChg chg="add mod">
          <ac:chgData name="박 신영" userId="dc4b2b3c9ac3a666" providerId="LiveId" clId="{4AAAEB7C-E14D-4D96-8835-21457CE7D0A5}" dt="2022-08-25T18:19:16.502" v="14699"/>
          <ac:spMkLst>
            <pc:docMk/>
            <pc:sldMk cId="2944886781" sldId="458"/>
            <ac:spMk id="11" creationId="{02E44D50-F00E-B531-1EDC-C144563A0824}"/>
          </ac:spMkLst>
        </pc:spChg>
        <pc:graphicFrameChg chg="mod modGraphic">
          <ac:chgData name="박 신영" userId="dc4b2b3c9ac3a666" providerId="LiveId" clId="{4AAAEB7C-E14D-4D96-8835-21457CE7D0A5}" dt="2022-08-25T18:19:12.347" v="14698"/>
          <ac:graphicFrameMkLst>
            <pc:docMk/>
            <pc:sldMk cId="2944886781" sldId="458"/>
            <ac:graphicFrameMk id="3" creationId="{00000000-0000-0000-0000-000000000000}"/>
          </ac:graphicFrameMkLst>
        </pc:graphicFrameChg>
      </pc:sldChg>
      <pc:sldChg chg="addSp delSp modSp mod ord">
        <pc:chgData name="박 신영" userId="dc4b2b3c9ac3a666" providerId="LiveId" clId="{4AAAEB7C-E14D-4D96-8835-21457CE7D0A5}" dt="2022-08-25T18:16:52.591" v="14296" actId="20577"/>
        <pc:sldMkLst>
          <pc:docMk/>
          <pc:sldMk cId="3922012363" sldId="459"/>
        </pc:sldMkLst>
        <pc:spChg chg="add mod">
          <ac:chgData name="박 신영" userId="dc4b2b3c9ac3a666" providerId="LiveId" clId="{4AAAEB7C-E14D-4D96-8835-21457CE7D0A5}" dt="2022-08-25T18:08:32.120" v="13053"/>
          <ac:spMkLst>
            <pc:docMk/>
            <pc:sldMk cId="3922012363" sldId="459"/>
            <ac:spMk id="5" creationId="{E312A1C2-D7B7-F838-1E7A-87DE02CB02BD}"/>
          </ac:spMkLst>
        </pc:spChg>
        <pc:spChg chg="add mod">
          <ac:chgData name="박 신영" userId="dc4b2b3c9ac3a666" providerId="LiveId" clId="{4AAAEB7C-E14D-4D96-8835-21457CE7D0A5}" dt="2022-08-25T18:09:44.541" v="13067" actId="20577"/>
          <ac:spMkLst>
            <pc:docMk/>
            <pc:sldMk cId="3922012363" sldId="459"/>
            <ac:spMk id="7" creationId="{070B9DBB-4C6B-2270-6827-B622BF21233E}"/>
          </ac:spMkLst>
        </pc:spChg>
        <pc:spChg chg="add del mod">
          <ac:chgData name="박 신영" userId="dc4b2b3c9ac3a666" providerId="LiveId" clId="{4AAAEB7C-E14D-4D96-8835-21457CE7D0A5}" dt="2022-08-25T18:08:48.380" v="13060" actId="478"/>
          <ac:spMkLst>
            <pc:docMk/>
            <pc:sldMk cId="3922012363" sldId="459"/>
            <ac:spMk id="8" creationId="{9ABA29C0-E1ED-DE0B-FDBE-5B5635F355EC}"/>
          </ac:spMkLst>
        </pc:spChg>
        <pc:spChg chg="add mod">
          <ac:chgData name="박 신영" userId="dc4b2b3c9ac3a666" providerId="LiveId" clId="{4AAAEB7C-E14D-4D96-8835-21457CE7D0A5}" dt="2022-08-25T18:09:46.101" v="13068" actId="20577"/>
          <ac:spMkLst>
            <pc:docMk/>
            <pc:sldMk cId="3922012363" sldId="459"/>
            <ac:spMk id="9" creationId="{1F0EBEA0-DC25-2258-47DE-BD8F133F7542}"/>
          </ac:spMkLst>
        </pc:spChg>
        <pc:spChg chg="add mod">
          <ac:chgData name="박 신영" userId="dc4b2b3c9ac3a666" providerId="LiveId" clId="{4AAAEB7C-E14D-4D96-8835-21457CE7D0A5}" dt="2022-08-25T18:09:47.524" v="13069" actId="20577"/>
          <ac:spMkLst>
            <pc:docMk/>
            <pc:sldMk cId="3922012363" sldId="459"/>
            <ac:spMk id="10" creationId="{A68A8E03-155D-9DAB-F11F-E24FAAA90528}"/>
          </ac:spMkLst>
        </pc:spChg>
        <pc:spChg chg="add mod">
          <ac:chgData name="박 신영" userId="dc4b2b3c9ac3a666" providerId="LiveId" clId="{4AAAEB7C-E14D-4D96-8835-21457CE7D0A5}" dt="2022-08-25T18:09:49.101" v="13070" actId="20577"/>
          <ac:spMkLst>
            <pc:docMk/>
            <pc:sldMk cId="3922012363" sldId="459"/>
            <ac:spMk id="11" creationId="{CDE0AEFE-8C24-B1A4-7813-5460F7FC6797}"/>
          </ac:spMkLst>
        </pc:spChg>
        <pc:spChg chg="add mod">
          <ac:chgData name="박 신영" userId="dc4b2b3c9ac3a666" providerId="LiveId" clId="{4AAAEB7C-E14D-4D96-8835-21457CE7D0A5}" dt="2022-08-25T18:09:50.663" v="13071" actId="20577"/>
          <ac:spMkLst>
            <pc:docMk/>
            <pc:sldMk cId="3922012363" sldId="459"/>
            <ac:spMk id="12" creationId="{1B1C0391-2B57-F5CB-2F43-0DD854C89EE7}"/>
          </ac:spMkLst>
        </pc:spChg>
        <pc:spChg chg="add mod">
          <ac:chgData name="박 신영" userId="dc4b2b3c9ac3a666" providerId="LiveId" clId="{4AAAEB7C-E14D-4D96-8835-21457CE7D0A5}" dt="2022-08-25T18:13:41.052" v="13316" actId="20577"/>
          <ac:spMkLst>
            <pc:docMk/>
            <pc:sldMk cId="3922012363" sldId="459"/>
            <ac:spMk id="13" creationId="{6647598E-31C6-7AA7-7980-B95D60799A35}"/>
          </ac:spMkLst>
        </pc:spChg>
        <pc:spChg chg="mod">
          <ac:chgData name="박 신영" userId="dc4b2b3c9ac3a666" providerId="LiveId" clId="{4AAAEB7C-E14D-4D96-8835-21457CE7D0A5}" dt="2022-08-25T18:12:30.638" v="13241" actId="20577"/>
          <ac:spMkLst>
            <pc:docMk/>
            <pc:sldMk cId="3922012363" sldId="459"/>
            <ac:spMk id="131" creationId="{00000000-0000-0000-0000-000000000000}"/>
          </ac:spMkLst>
        </pc:spChg>
        <pc:graphicFrameChg chg="mod modGraphic">
          <ac:chgData name="박 신영" userId="dc4b2b3c9ac3a666" providerId="LiveId" clId="{4AAAEB7C-E14D-4D96-8835-21457CE7D0A5}" dt="2022-08-25T18:16:52.591" v="14296" actId="20577"/>
          <ac:graphicFrameMkLst>
            <pc:docMk/>
            <pc:sldMk cId="3922012363" sldId="459"/>
            <ac:graphicFrameMk id="3" creationId="{00000000-0000-0000-0000-000000000000}"/>
          </ac:graphicFrameMkLst>
        </pc:graphicFrameChg>
      </pc:sldChg>
      <pc:sldChg chg="ord">
        <pc:chgData name="박 신영" userId="dc4b2b3c9ac3a666" providerId="LiveId" clId="{4AAAEB7C-E14D-4D96-8835-21457CE7D0A5}" dt="2022-08-25T17:40:04.300" v="10006"/>
        <pc:sldMkLst>
          <pc:docMk/>
          <pc:sldMk cId="167592079" sldId="460"/>
        </pc:sldMkLst>
      </pc:sldChg>
      <pc:sldChg chg="addSp delSp modSp mod">
        <pc:chgData name="박 신영" userId="dc4b2b3c9ac3a666" providerId="LiveId" clId="{4AAAEB7C-E14D-4D96-8835-21457CE7D0A5}" dt="2022-08-25T18:32:08.205" v="15855" actId="20577"/>
        <pc:sldMkLst>
          <pc:docMk/>
          <pc:sldMk cId="1189296972" sldId="461"/>
        </pc:sldMkLst>
        <pc:spChg chg="add del mod">
          <ac:chgData name="박 신영" userId="dc4b2b3c9ac3a666" providerId="LiveId" clId="{4AAAEB7C-E14D-4D96-8835-21457CE7D0A5}" dt="2022-08-25T18:21:10.373" v="14701" actId="478"/>
          <ac:spMkLst>
            <pc:docMk/>
            <pc:sldMk cId="1189296972" sldId="461"/>
            <ac:spMk id="5" creationId="{CD6E19F1-6896-248A-DF13-0CB145B59218}"/>
          </ac:spMkLst>
        </pc:spChg>
        <pc:spChg chg="add mod">
          <ac:chgData name="박 신영" userId="dc4b2b3c9ac3a666" providerId="LiveId" clId="{4AAAEB7C-E14D-4D96-8835-21457CE7D0A5}" dt="2022-08-25T18:21:20.331" v="14703" actId="1076"/>
          <ac:spMkLst>
            <pc:docMk/>
            <pc:sldMk cId="1189296972" sldId="461"/>
            <ac:spMk id="7" creationId="{F9E59EDE-17D4-1277-80EE-BBA4EC5C0AEF}"/>
          </ac:spMkLst>
        </pc:spChg>
        <pc:spChg chg="add mod">
          <ac:chgData name="박 신영" userId="dc4b2b3c9ac3a666" providerId="LiveId" clId="{4AAAEB7C-E14D-4D96-8835-21457CE7D0A5}" dt="2022-08-25T18:21:46.538" v="14714" actId="20577"/>
          <ac:spMkLst>
            <pc:docMk/>
            <pc:sldMk cId="1189296972" sldId="461"/>
            <ac:spMk id="8" creationId="{94C921DB-7FB2-2B78-E7FD-BC1B2471ADBD}"/>
          </ac:spMkLst>
        </pc:spChg>
        <pc:spChg chg="add mod">
          <ac:chgData name="박 신영" userId="dc4b2b3c9ac3a666" providerId="LiveId" clId="{4AAAEB7C-E14D-4D96-8835-21457CE7D0A5}" dt="2022-08-25T18:26:04.876" v="15005" actId="20577"/>
          <ac:spMkLst>
            <pc:docMk/>
            <pc:sldMk cId="1189296972" sldId="461"/>
            <ac:spMk id="9" creationId="{6FC61471-A64E-8152-A642-612431EA13DB}"/>
          </ac:spMkLst>
        </pc:spChg>
        <pc:spChg chg="add mod">
          <ac:chgData name="박 신영" userId="dc4b2b3c9ac3a666" providerId="LiveId" clId="{4AAAEB7C-E14D-4D96-8835-21457CE7D0A5}" dt="2022-08-25T18:26:06.497" v="15006" actId="20577"/>
          <ac:spMkLst>
            <pc:docMk/>
            <pc:sldMk cId="1189296972" sldId="461"/>
            <ac:spMk id="10" creationId="{D9D62834-7090-119D-2278-AE79BA720122}"/>
          </ac:spMkLst>
        </pc:spChg>
        <pc:spChg chg="add mod">
          <ac:chgData name="박 신영" userId="dc4b2b3c9ac3a666" providerId="LiveId" clId="{4AAAEB7C-E14D-4D96-8835-21457CE7D0A5}" dt="2022-08-25T18:26:07.939" v="15007" actId="20577"/>
          <ac:spMkLst>
            <pc:docMk/>
            <pc:sldMk cId="1189296972" sldId="461"/>
            <ac:spMk id="11" creationId="{08025F49-6EEC-A1D5-303B-7A5A56EBA52E}"/>
          </ac:spMkLst>
        </pc:spChg>
        <pc:spChg chg="add mod">
          <ac:chgData name="박 신영" userId="dc4b2b3c9ac3a666" providerId="LiveId" clId="{4AAAEB7C-E14D-4D96-8835-21457CE7D0A5}" dt="2022-08-25T18:25:56.365" v="15003" actId="122"/>
          <ac:spMkLst>
            <pc:docMk/>
            <pc:sldMk cId="1189296972" sldId="461"/>
            <ac:spMk id="12" creationId="{5EB9C51A-E4B0-FD57-C56C-38B0A1C2D5B2}"/>
          </ac:spMkLst>
        </pc:spChg>
        <pc:spChg chg="add mod">
          <ac:chgData name="박 신영" userId="dc4b2b3c9ac3a666" providerId="LiveId" clId="{4AAAEB7C-E14D-4D96-8835-21457CE7D0A5}" dt="2022-08-25T18:25:56.365" v="15003" actId="122"/>
          <ac:spMkLst>
            <pc:docMk/>
            <pc:sldMk cId="1189296972" sldId="461"/>
            <ac:spMk id="13" creationId="{4F2A5B2D-83CF-E642-F459-3DE438F4EF34}"/>
          </ac:spMkLst>
        </pc:spChg>
        <pc:spChg chg="add mod">
          <ac:chgData name="박 신영" userId="dc4b2b3c9ac3a666" providerId="LiveId" clId="{4AAAEB7C-E14D-4D96-8835-21457CE7D0A5}" dt="2022-08-25T18:26:31.348" v="15033" actId="1076"/>
          <ac:spMkLst>
            <pc:docMk/>
            <pc:sldMk cId="1189296972" sldId="461"/>
            <ac:spMk id="14" creationId="{1825B4C9-D846-083E-52EF-4015072BEBFF}"/>
          </ac:spMkLst>
        </pc:spChg>
        <pc:spChg chg="add mod">
          <ac:chgData name="박 신영" userId="dc4b2b3c9ac3a666" providerId="LiveId" clId="{4AAAEB7C-E14D-4D96-8835-21457CE7D0A5}" dt="2022-08-25T18:26:43.502" v="15045"/>
          <ac:spMkLst>
            <pc:docMk/>
            <pc:sldMk cId="1189296972" sldId="461"/>
            <ac:spMk id="15" creationId="{B9F291C5-3838-2AC1-2BE3-2A6629906814}"/>
          </ac:spMkLst>
        </pc:spChg>
        <pc:spChg chg="add mod">
          <ac:chgData name="박 신영" userId="dc4b2b3c9ac3a666" providerId="LiveId" clId="{4AAAEB7C-E14D-4D96-8835-21457CE7D0A5}" dt="2022-08-25T18:26:59.211" v="15048" actId="20577"/>
          <ac:spMkLst>
            <pc:docMk/>
            <pc:sldMk cId="1189296972" sldId="461"/>
            <ac:spMk id="16" creationId="{37B314EE-6E4B-C4C5-0E3F-BBFDF98CE047}"/>
          </ac:spMkLst>
        </pc:spChg>
        <pc:spChg chg="add mod">
          <ac:chgData name="박 신영" userId="dc4b2b3c9ac3a666" providerId="LiveId" clId="{4AAAEB7C-E14D-4D96-8835-21457CE7D0A5}" dt="2022-08-25T18:28:53.977" v="15080"/>
          <ac:spMkLst>
            <pc:docMk/>
            <pc:sldMk cId="1189296972" sldId="461"/>
            <ac:spMk id="17" creationId="{ABB77A04-3B99-645F-1A4B-E39BEA05E212}"/>
          </ac:spMkLst>
        </pc:spChg>
        <pc:spChg chg="mod">
          <ac:chgData name="박 신영" userId="dc4b2b3c9ac3a666" providerId="LiveId" clId="{4AAAEB7C-E14D-4D96-8835-21457CE7D0A5}" dt="2022-08-25T18:25:04.583" v="14969" actId="1076"/>
          <ac:spMkLst>
            <pc:docMk/>
            <pc:sldMk cId="1189296972" sldId="461"/>
            <ac:spMk id="105" creationId="{00000000-0000-0000-0000-000000000000}"/>
          </ac:spMkLst>
        </pc:spChg>
        <pc:spChg chg="mod">
          <ac:chgData name="박 신영" userId="dc4b2b3c9ac3a666" providerId="LiveId" clId="{4AAAEB7C-E14D-4D96-8835-21457CE7D0A5}" dt="2022-08-25T18:25:04.583" v="14969" actId="1076"/>
          <ac:spMkLst>
            <pc:docMk/>
            <pc:sldMk cId="1189296972" sldId="461"/>
            <ac:spMk id="130" creationId="{00000000-0000-0000-0000-000000000000}"/>
          </ac:spMkLst>
        </pc:spChg>
        <pc:spChg chg="mod">
          <ac:chgData name="박 신영" userId="dc4b2b3c9ac3a666" providerId="LiveId" clId="{4AAAEB7C-E14D-4D96-8835-21457CE7D0A5}" dt="2022-08-25T18:25:04.583" v="14969" actId="1076"/>
          <ac:spMkLst>
            <pc:docMk/>
            <pc:sldMk cId="1189296972" sldId="461"/>
            <ac:spMk id="174" creationId="{00000000-0000-0000-0000-000000000000}"/>
          </ac:spMkLst>
        </pc:spChg>
        <pc:graphicFrameChg chg="mod modGraphic">
          <ac:chgData name="박 신영" userId="dc4b2b3c9ac3a666" providerId="LiveId" clId="{4AAAEB7C-E14D-4D96-8835-21457CE7D0A5}" dt="2022-08-25T18:32:08.205" v="15855" actId="20577"/>
          <ac:graphicFrameMkLst>
            <pc:docMk/>
            <pc:sldMk cId="1189296972" sldId="461"/>
            <ac:graphicFrameMk id="3" creationId="{00000000-0000-0000-0000-000000000000}"/>
          </ac:graphicFrameMkLst>
        </pc:graphicFrameChg>
      </pc:sldChg>
      <pc:sldChg chg="addSp modSp mod">
        <pc:chgData name="박 신영" userId="dc4b2b3c9ac3a666" providerId="LiveId" clId="{4AAAEB7C-E14D-4D96-8835-21457CE7D0A5}" dt="2022-08-25T18:39:02.593" v="16010" actId="20577"/>
        <pc:sldMkLst>
          <pc:docMk/>
          <pc:sldMk cId="3907526295" sldId="462"/>
        </pc:sldMkLst>
        <pc:spChg chg="add mod">
          <ac:chgData name="박 신영" userId="dc4b2b3c9ac3a666" providerId="LiveId" clId="{4AAAEB7C-E14D-4D96-8835-21457CE7D0A5}" dt="2022-08-25T18:34:55.275" v="15857" actId="1076"/>
          <ac:spMkLst>
            <pc:docMk/>
            <pc:sldMk cId="3907526295" sldId="462"/>
            <ac:spMk id="5" creationId="{07ADC930-5C54-487E-2047-1D6090EB3D6B}"/>
          </ac:spMkLst>
        </pc:spChg>
        <pc:spChg chg="add mod">
          <ac:chgData name="박 신영" userId="dc4b2b3c9ac3a666" providerId="LiveId" clId="{4AAAEB7C-E14D-4D96-8835-21457CE7D0A5}" dt="2022-08-25T18:34:59.938" v="15859" actId="20577"/>
          <ac:spMkLst>
            <pc:docMk/>
            <pc:sldMk cId="3907526295" sldId="462"/>
            <ac:spMk id="7" creationId="{DD7F88FD-5A80-6158-AB95-12E4EA50B241}"/>
          </ac:spMkLst>
        </pc:spChg>
        <pc:graphicFrameChg chg="mod modGraphic">
          <ac:chgData name="박 신영" userId="dc4b2b3c9ac3a666" providerId="LiveId" clId="{4AAAEB7C-E14D-4D96-8835-21457CE7D0A5}" dt="2022-08-25T18:39:02.593" v="16010" actId="20577"/>
          <ac:graphicFrameMkLst>
            <pc:docMk/>
            <pc:sldMk cId="3907526295" sldId="462"/>
            <ac:graphicFrameMk id="3" creationId="{00000000-0000-0000-0000-000000000000}"/>
          </ac:graphicFrameMkLst>
        </pc:graphicFrameChg>
      </pc:sldChg>
      <pc:sldChg chg="addSp delSp modSp mod">
        <pc:chgData name="박 신영" userId="dc4b2b3c9ac3a666" providerId="LiveId" clId="{4AAAEB7C-E14D-4D96-8835-21457CE7D0A5}" dt="2022-08-25T16:54:41.067" v="6383" actId="1076"/>
        <pc:sldMkLst>
          <pc:docMk/>
          <pc:sldMk cId="2357435242" sldId="464"/>
        </pc:sldMkLst>
        <pc:spChg chg="add mod">
          <ac:chgData name="박 신영" userId="dc4b2b3c9ac3a666" providerId="LiveId" clId="{4AAAEB7C-E14D-4D96-8835-21457CE7D0A5}" dt="2022-08-25T16:41:36.124" v="5997" actId="1035"/>
          <ac:spMkLst>
            <pc:docMk/>
            <pc:sldMk cId="2357435242" sldId="464"/>
            <ac:spMk id="4" creationId="{4E5D1C16-127C-49C4-0D4E-DAA7563720F9}"/>
          </ac:spMkLst>
        </pc:spChg>
        <pc:spChg chg="add mod">
          <ac:chgData name="박 신영" userId="dc4b2b3c9ac3a666" providerId="LiveId" clId="{4AAAEB7C-E14D-4D96-8835-21457CE7D0A5}" dt="2022-08-25T16:41:33.239" v="5993" actId="1035"/>
          <ac:spMkLst>
            <pc:docMk/>
            <pc:sldMk cId="2357435242" sldId="464"/>
            <ac:spMk id="7" creationId="{31858E2C-273C-E7BE-86B0-96DB339E8A2F}"/>
          </ac:spMkLst>
        </pc:spChg>
        <pc:spChg chg="add mod">
          <ac:chgData name="박 신영" userId="dc4b2b3c9ac3a666" providerId="LiveId" clId="{4AAAEB7C-E14D-4D96-8835-21457CE7D0A5}" dt="2022-08-25T16:41:45.270" v="6009"/>
          <ac:spMkLst>
            <pc:docMk/>
            <pc:sldMk cId="2357435242" sldId="464"/>
            <ac:spMk id="9" creationId="{5E8DCC8B-C6F0-7B3C-AFE2-61004FF3A7D6}"/>
          </ac:spMkLst>
        </pc:spChg>
        <pc:spChg chg="add mod">
          <ac:chgData name="박 신영" userId="dc4b2b3c9ac3a666" providerId="LiveId" clId="{4AAAEB7C-E14D-4D96-8835-21457CE7D0A5}" dt="2022-08-25T16:42:01.034" v="6011" actId="207"/>
          <ac:spMkLst>
            <pc:docMk/>
            <pc:sldMk cId="2357435242" sldId="464"/>
            <ac:spMk id="12" creationId="{5198ADFC-7A7E-1A96-36AD-B6FB364B09B1}"/>
          </ac:spMkLst>
        </pc:spChg>
        <pc:spChg chg="add mod">
          <ac:chgData name="박 신영" userId="dc4b2b3c9ac3a666" providerId="LiveId" clId="{4AAAEB7C-E14D-4D96-8835-21457CE7D0A5}" dt="2022-08-25T16:45:49.987" v="6096"/>
          <ac:spMkLst>
            <pc:docMk/>
            <pc:sldMk cId="2357435242" sldId="464"/>
            <ac:spMk id="13" creationId="{D88BCBCD-1BB2-4F2A-9CC1-1B8B3CEE1648}"/>
          </ac:spMkLst>
        </pc:spChg>
        <pc:spChg chg="add mod">
          <ac:chgData name="박 신영" userId="dc4b2b3c9ac3a666" providerId="LiveId" clId="{4AAAEB7C-E14D-4D96-8835-21457CE7D0A5}" dt="2022-08-25T16:46:10.851" v="6119" actId="20577"/>
          <ac:spMkLst>
            <pc:docMk/>
            <pc:sldMk cId="2357435242" sldId="464"/>
            <ac:spMk id="14" creationId="{1587E65F-0A53-8DD7-D486-32B21A2C6E84}"/>
          </ac:spMkLst>
        </pc:spChg>
        <pc:spChg chg="add mod">
          <ac:chgData name="박 신영" userId="dc4b2b3c9ac3a666" providerId="LiveId" clId="{4AAAEB7C-E14D-4D96-8835-21457CE7D0A5}" dt="2022-08-25T16:42:19.535" v="6013" actId="571"/>
          <ac:spMkLst>
            <pc:docMk/>
            <pc:sldMk cId="2357435242" sldId="464"/>
            <ac:spMk id="15" creationId="{A941789F-902C-6EDB-86D9-54DC5134B897}"/>
          </ac:spMkLst>
        </pc:spChg>
        <pc:spChg chg="add mod">
          <ac:chgData name="박 신영" userId="dc4b2b3c9ac3a666" providerId="LiveId" clId="{4AAAEB7C-E14D-4D96-8835-21457CE7D0A5}" dt="2022-08-25T16:42:19.535" v="6013" actId="571"/>
          <ac:spMkLst>
            <pc:docMk/>
            <pc:sldMk cId="2357435242" sldId="464"/>
            <ac:spMk id="16" creationId="{D8B0B0AE-7DCB-0D6C-E2F5-45DEEC4A02FA}"/>
          </ac:spMkLst>
        </pc:spChg>
        <pc:spChg chg="add mod">
          <ac:chgData name="박 신영" userId="dc4b2b3c9ac3a666" providerId="LiveId" clId="{4AAAEB7C-E14D-4D96-8835-21457CE7D0A5}" dt="2022-08-25T16:42:19.535" v="6013" actId="571"/>
          <ac:spMkLst>
            <pc:docMk/>
            <pc:sldMk cId="2357435242" sldId="464"/>
            <ac:spMk id="17" creationId="{BCAF4E21-A42C-25DC-E404-0027C0C481DA}"/>
          </ac:spMkLst>
        </pc:spChg>
        <pc:spChg chg="add mod">
          <ac:chgData name="박 신영" userId="dc4b2b3c9ac3a666" providerId="LiveId" clId="{4AAAEB7C-E14D-4D96-8835-21457CE7D0A5}" dt="2022-08-25T16:42:23.677" v="6014" actId="571"/>
          <ac:spMkLst>
            <pc:docMk/>
            <pc:sldMk cId="2357435242" sldId="464"/>
            <ac:spMk id="18" creationId="{C3F63BC1-75A2-44B9-2492-2E201F48DEDA}"/>
          </ac:spMkLst>
        </pc:spChg>
        <pc:spChg chg="add mod">
          <ac:chgData name="박 신영" userId="dc4b2b3c9ac3a666" providerId="LiveId" clId="{4AAAEB7C-E14D-4D96-8835-21457CE7D0A5}" dt="2022-08-25T16:45:55.247" v="6118"/>
          <ac:spMkLst>
            <pc:docMk/>
            <pc:sldMk cId="2357435242" sldId="464"/>
            <ac:spMk id="19" creationId="{69674DF2-5851-3CAF-3FBB-2BD792317C3D}"/>
          </ac:spMkLst>
        </pc:spChg>
        <pc:spChg chg="add mod">
          <ac:chgData name="박 신영" userId="dc4b2b3c9ac3a666" providerId="LiveId" clId="{4AAAEB7C-E14D-4D96-8835-21457CE7D0A5}" dt="2022-08-25T16:46:14.566" v="6131" actId="20577"/>
          <ac:spMkLst>
            <pc:docMk/>
            <pc:sldMk cId="2357435242" sldId="464"/>
            <ac:spMk id="20" creationId="{0172EA48-F2D0-F793-2208-BA13C34B5FB6}"/>
          </ac:spMkLst>
        </pc:spChg>
        <pc:spChg chg="add mod">
          <ac:chgData name="박 신영" userId="dc4b2b3c9ac3a666" providerId="LiveId" clId="{4AAAEB7C-E14D-4D96-8835-21457CE7D0A5}" dt="2022-08-25T16:42:26.593" v="6015" actId="571"/>
          <ac:spMkLst>
            <pc:docMk/>
            <pc:sldMk cId="2357435242" sldId="464"/>
            <ac:spMk id="21" creationId="{EFBED91A-717E-9DD5-B4C8-7D5998CE6F17}"/>
          </ac:spMkLst>
        </pc:spChg>
        <pc:spChg chg="add mod">
          <ac:chgData name="박 신영" userId="dc4b2b3c9ac3a666" providerId="LiveId" clId="{4AAAEB7C-E14D-4D96-8835-21457CE7D0A5}" dt="2022-08-25T16:42:26.593" v="6015" actId="571"/>
          <ac:spMkLst>
            <pc:docMk/>
            <pc:sldMk cId="2357435242" sldId="464"/>
            <ac:spMk id="22" creationId="{901B57C0-4692-2324-8EE2-0D113EE0A599}"/>
          </ac:spMkLst>
        </pc:spChg>
        <pc:spChg chg="add mod">
          <ac:chgData name="박 신영" userId="dc4b2b3c9ac3a666" providerId="LiveId" clId="{4AAAEB7C-E14D-4D96-8835-21457CE7D0A5}" dt="2022-08-25T16:46:21.733" v="6140"/>
          <ac:spMkLst>
            <pc:docMk/>
            <pc:sldMk cId="2357435242" sldId="464"/>
            <ac:spMk id="23" creationId="{833BDF95-66C7-DE59-2052-D8EBAA22FD8D}"/>
          </ac:spMkLst>
        </pc:spChg>
        <pc:spChg chg="add mod">
          <ac:chgData name="박 신영" userId="dc4b2b3c9ac3a666" providerId="LiveId" clId="{4AAAEB7C-E14D-4D96-8835-21457CE7D0A5}" dt="2022-08-25T16:42:44.839" v="6017" actId="1035"/>
          <ac:spMkLst>
            <pc:docMk/>
            <pc:sldMk cId="2357435242" sldId="464"/>
            <ac:spMk id="24" creationId="{87FD757B-D27D-E53A-0B58-94873770EDFD}"/>
          </ac:spMkLst>
        </pc:spChg>
        <pc:spChg chg="add mod">
          <ac:chgData name="박 신영" userId="dc4b2b3c9ac3a666" providerId="LiveId" clId="{4AAAEB7C-E14D-4D96-8835-21457CE7D0A5}" dt="2022-08-25T16:42:44.839" v="6017" actId="1035"/>
          <ac:spMkLst>
            <pc:docMk/>
            <pc:sldMk cId="2357435242" sldId="464"/>
            <ac:spMk id="25" creationId="{CCB2CA01-4566-4C2B-7352-037254F3D683}"/>
          </ac:spMkLst>
        </pc:spChg>
        <pc:spChg chg="add mod">
          <ac:chgData name="박 신영" userId="dc4b2b3c9ac3a666" providerId="LiveId" clId="{4AAAEB7C-E14D-4D96-8835-21457CE7D0A5}" dt="2022-08-25T16:47:02.880" v="6158"/>
          <ac:spMkLst>
            <pc:docMk/>
            <pc:sldMk cId="2357435242" sldId="464"/>
            <ac:spMk id="26" creationId="{1557D3FD-257D-AC40-ADF5-1F456B9EDF85}"/>
          </ac:spMkLst>
        </pc:spChg>
        <pc:spChg chg="add mod">
          <ac:chgData name="박 신영" userId="dc4b2b3c9ac3a666" providerId="LiveId" clId="{4AAAEB7C-E14D-4D96-8835-21457CE7D0A5}" dt="2022-08-25T16:42:53.613" v="6018" actId="571"/>
          <ac:spMkLst>
            <pc:docMk/>
            <pc:sldMk cId="2357435242" sldId="464"/>
            <ac:spMk id="27" creationId="{6E7B7334-64E4-116C-F693-E388B962C9E8}"/>
          </ac:spMkLst>
        </pc:spChg>
        <pc:spChg chg="add mod">
          <ac:chgData name="박 신영" userId="dc4b2b3c9ac3a666" providerId="LiveId" clId="{4AAAEB7C-E14D-4D96-8835-21457CE7D0A5}" dt="2022-08-25T16:47:12.051" v="6185"/>
          <ac:spMkLst>
            <pc:docMk/>
            <pc:sldMk cId="2357435242" sldId="464"/>
            <ac:spMk id="28" creationId="{821F5C19-9BA9-74E1-7D09-6BD89D851A99}"/>
          </ac:spMkLst>
        </pc:spChg>
        <pc:spChg chg="add mod">
          <ac:chgData name="박 신영" userId="dc4b2b3c9ac3a666" providerId="LiveId" clId="{4AAAEB7C-E14D-4D96-8835-21457CE7D0A5}" dt="2022-08-25T16:47:13.166" v="6186" actId="20577"/>
          <ac:spMkLst>
            <pc:docMk/>
            <pc:sldMk cId="2357435242" sldId="464"/>
            <ac:spMk id="29" creationId="{6C82655E-7F0F-61DF-3F7F-C8BDE1237DF0}"/>
          </ac:spMkLst>
        </pc:spChg>
        <pc:spChg chg="add mod">
          <ac:chgData name="박 신영" userId="dc4b2b3c9ac3a666" providerId="LiveId" clId="{4AAAEB7C-E14D-4D96-8835-21457CE7D0A5}" dt="2022-08-25T16:43:22.814" v="6024" actId="1076"/>
          <ac:spMkLst>
            <pc:docMk/>
            <pc:sldMk cId="2357435242" sldId="464"/>
            <ac:spMk id="30" creationId="{30B40E25-B17B-6042-B41E-D9CE00B9F268}"/>
          </ac:spMkLst>
        </pc:spChg>
        <pc:spChg chg="add mod">
          <ac:chgData name="박 신영" userId="dc4b2b3c9ac3a666" providerId="LiveId" clId="{4AAAEB7C-E14D-4D96-8835-21457CE7D0A5}" dt="2022-08-25T16:43:30.127" v="6025" actId="1076"/>
          <ac:spMkLst>
            <pc:docMk/>
            <pc:sldMk cId="2357435242" sldId="464"/>
            <ac:spMk id="31" creationId="{D5B29972-3628-367B-0D25-1B32FC649153}"/>
          </ac:spMkLst>
        </pc:spChg>
        <pc:spChg chg="add mod">
          <ac:chgData name="박 신영" userId="dc4b2b3c9ac3a666" providerId="LiveId" clId="{4AAAEB7C-E14D-4D96-8835-21457CE7D0A5}" dt="2022-08-25T16:47:37.629" v="6187"/>
          <ac:spMkLst>
            <pc:docMk/>
            <pc:sldMk cId="2357435242" sldId="464"/>
            <ac:spMk id="32" creationId="{49E93C57-F27F-E033-F9BE-244B172C8F52}"/>
          </ac:spMkLst>
        </pc:spChg>
        <pc:spChg chg="add mod">
          <ac:chgData name="박 신영" userId="dc4b2b3c9ac3a666" providerId="LiveId" clId="{4AAAEB7C-E14D-4D96-8835-21457CE7D0A5}" dt="2022-08-25T16:43:38.464" v="6026" actId="571"/>
          <ac:spMkLst>
            <pc:docMk/>
            <pc:sldMk cId="2357435242" sldId="464"/>
            <ac:spMk id="33" creationId="{593522AE-849C-E7A3-A7B1-9B9C1800018C}"/>
          </ac:spMkLst>
        </pc:spChg>
        <pc:spChg chg="add mod">
          <ac:chgData name="박 신영" userId="dc4b2b3c9ac3a666" providerId="LiveId" clId="{4AAAEB7C-E14D-4D96-8835-21457CE7D0A5}" dt="2022-08-25T16:43:38.464" v="6026" actId="571"/>
          <ac:spMkLst>
            <pc:docMk/>
            <pc:sldMk cId="2357435242" sldId="464"/>
            <ac:spMk id="34" creationId="{921E10A8-69D7-E63F-EDD9-F74BEC3DC0CD}"/>
          </ac:spMkLst>
        </pc:spChg>
        <pc:spChg chg="add mod">
          <ac:chgData name="박 신영" userId="dc4b2b3c9ac3a666" providerId="LiveId" clId="{4AAAEB7C-E14D-4D96-8835-21457CE7D0A5}" dt="2022-08-25T16:47:38.916" v="6188"/>
          <ac:spMkLst>
            <pc:docMk/>
            <pc:sldMk cId="2357435242" sldId="464"/>
            <ac:spMk id="35" creationId="{580D3AEF-CCA9-32EF-C07D-39716E90C404}"/>
          </ac:spMkLst>
        </pc:spChg>
        <pc:spChg chg="add mod">
          <ac:chgData name="박 신영" userId="dc4b2b3c9ac3a666" providerId="LiveId" clId="{4AAAEB7C-E14D-4D96-8835-21457CE7D0A5}" dt="2022-08-25T16:43:50.299" v="6028" actId="1076"/>
          <ac:spMkLst>
            <pc:docMk/>
            <pc:sldMk cId="2357435242" sldId="464"/>
            <ac:spMk id="36" creationId="{F7FE2ED3-2158-12D7-7114-A456835A70A4}"/>
          </ac:spMkLst>
        </pc:spChg>
        <pc:spChg chg="add mod">
          <ac:chgData name="박 신영" userId="dc4b2b3c9ac3a666" providerId="LiveId" clId="{4AAAEB7C-E14D-4D96-8835-21457CE7D0A5}" dt="2022-08-25T16:43:50.299" v="6028" actId="1076"/>
          <ac:spMkLst>
            <pc:docMk/>
            <pc:sldMk cId="2357435242" sldId="464"/>
            <ac:spMk id="37" creationId="{92D3802C-CD47-F959-FC00-551AE46E7062}"/>
          </ac:spMkLst>
        </pc:spChg>
        <pc:spChg chg="add mod">
          <ac:chgData name="박 신영" userId="dc4b2b3c9ac3a666" providerId="LiveId" clId="{4AAAEB7C-E14D-4D96-8835-21457CE7D0A5}" dt="2022-08-25T16:47:39.904" v="6189"/>
          <ac:spMkLst>
            <pc:docMk/>
            <pc:sldMk cId="2357435242" sldId="464"/>
            <ac:spMk id="38" creationId="{A23D0092-9024-D13B-6705-98BDA6DC14DE}"/>
          </ac:spMkLst>
        </pc:spChg>
        <pc:spChg chg="add mod">
          <ac:chgData name="박 신영" userId="dc4b2b3c9ac3a666" providerId="LiveId" clId="{4AAAEB7C-E14D-4D96-8835-21457CE7D0A5}" dt="2022-08-25T16:45:09.847" v="6029" actId="571"/>
          <ac:spMkLst>
            <pc:docMk/>
            <pc:sldMk cId="2357435242" sldId="464"/>
            <ac:spMk id="39" creationId="{3E5018A8-E5D8-D13E-CE7A-F0E865A8E83C}"/>
          </ac:spMkLst>
        </pc:spChg>
        <pc:spChg chg="add mod">
          <ac:chgData name="박 신영" userId="dc4b2b3c9ac3a666" providerId="LiveId" clId="{4AAAEB7C-E14D-4D96-8835-21457CE7D0A5}" dt="2022-08-25T16:45:09.847" v="6029" actId="571"/>
          <ac:spMkLst>
            <pc:docMk/>
            <pc:sldMk cId="2357435242" sldId="464"/>
            <ac:spMk id="40" creationId="{0673F943-756D-7686-E988-6FB9BFAA88E1}"/>
          </ac:spMkLst>
        </pc:spChg>
        <pc:spChg chg="add mod">
          <ac:chgData name="박 신영" userId="dc4b2b3c9ac3a666" providerId="LiveId" clId="{4AAAEB7C-E14D-4D96-8835-21457CE7D0A5}" dt="2022-08-25T16:47:41.013" v="6190"/>
          <ac:spMkLst>
            <pc:docMk/>
            <pc:sldMk cId="2357435242" sldId="464"/>
            <ac:spMk id="41" creationId="{6EBA7BB5-95DE-54C9-91A2-551DE1EDE6ED}"/>
          </ac:spMkLst>
        </pc:spChg>
        <pc:spChg chg="add mod">
          <ac:chgData name="박 신영" userId="dc4b2b3c9ac3a666" providerId="LiveId" clId="{4AAAEB7C-E14D-4D96-8835-21457CE7D0A5}" dt="2022-08-25T16:45:18.743" v="6031" actId="1035"/>
          <ac:spMkLst>
            <pc:docMk/>
            <pc:sldMk cId="2357435242" sldId="464"/>
            <ac:spMk id="42" creationId="{150401EE-6739-B1B1-60BA-142475AE5254}"/>
          </ac:spMkLst>
        </pc:spChg>
        <pc:spChg chg="add mod">
          <ac:chgData name="박 신영" userId="dc4b2b3c9ac3a666" providerId="LiveId" clId="{4AAAEB7C-E14D-4D96-8835-21457CE7D0A5}" dt="2022-08-25T16:45:18.743" v="6031" actId="1035"/>
          <ac:spMkLst>
            <pc:docMk/>
            <pc:sldMk cId="2357435242" sldId="464"/>
            <ac:spMk id="43" creationId="{79DDCC57-CBF2-435D-89E8-E9711EB56F48}"/>
          </ac:spMkLst>
        </pc:spChg>
        <pc:spChg chg="add mod">
          <ac:chgData name="박 신영" userId="dc4b2b3c9ac3a666" providerId="LiveId" clId="{4AAAEB7C-E14D-4D96-8835-21457CE7D0A5}" dt="2022-08-25T16:47:42.984" v="6191"/>
          <ac:spMkLst>
            <pc:docMk/>
            <pc:sldMk cId="2357435242" sldId="464"/>
            <ac:spMk id="44" creationId="{1665018B-E8DE-F4BD-A136-7126D04C8876}"/>
          </ac:spMkLst>
        </pc:spChg>
        <pc:spChg chg="add mod">
          <ac:chgData name="박 신영" userId="dc4b2b3c9ac3a666" providerId="LiveId" clId="{4AAAEB7C-E14D-4D96-8835-21457CE7D0A5}" dt="2022-08-25T16:45:26.239" v="6032" actId="571"/>
          <ac:spMkLst>
            <pc:docMk/>
            <pc:sldMk cId="2357435242" sldId="464"/>
            <ac:spMk id="45" creationId="{2822DCCC-D803-D988-BDF1-99D8E3240739}"/>
          </ac:spMkLst>
        </pc:spChg>
        <pc:spChg chg="add mod">
          <ac:chgData name="박 신영" userId="dc4b2b3c9ac3a666" providerId="LiveId" clId="{4AAAEB7C-E14D-4D96-8835-21457CE7D0A5}" dt="2022-08-25T16:45:26.239" v="6032" actId="571"/>
          <ac:spMkLst>
            <pc:docMk/>
            <pc:sldMk cId="2357435242" sldId="464"/>
            <ac:spMk id="46" creationId="{1F650641-BEB8-6BB3-80F3-C5991031BEFD}"/>
          </ac:spMkLst>
        </pc:spChg>
        <pc:spChg chg="add mod">
          <ac:chgData name="박 신영" userId="dc4b2b3c9ac3a666" providerId="LiveId" clId="{4AAAEB7C-E14D-4D96-8835-21457CE7D0A5}" dt="2022-08-25T16:47:44.227" v="6192"/>
          <ac:spMkLst>
            <pc:docMk/>
            <pc:sldMk cId="2357435242" sldId="464"/>
            <ac:spMk id="47" creationId="{C2E1B94B-827A-A7B4-212D-16461526F331}"/>
          </ac:spMkLst>
        </pc:spChg>
        <pc:spChg chg="add mod">
          <ac:chgData name="박 신영" userId="dc4b2b3c9ac3a666" providerId="LiveId" clId="{4AAAEB7C-E14D-4D96-8835-21457CE7D0A5}" dt="2022-08-25T16:49:27.180" v="6233" actId="571"/>
          <ac:spMkLst>
            <pc:docMk/>
            <pc:sldMk cId="2357435242" sldId="464"/>
            <ac:spMk id="48" creationId="{56A5CAAE-90D0-9AC7-8966-D09094906DF1}"/>
          </ac:spMkLst>
        </pc:spChg>
        <pc:spChg chg="add mod">
          <ac:chgData name="박 신영" userId="dc4b2b3c9ac3a666" providerId="LiveId" clId="{4AAAEB7C-E14D-4D96-8835-21457CE7D0A5}" dt="2022-08-25T16:54:35.530" v="6382" actId="1076"/>
          <ac:spMkLst>
            <pc:docMk/>
            <pc:sldMk cId="2357435242" sldId="464"/>
            <ac:spMk id="49" creationId="{58CEC5CF-7229-49E3-5A14-78AA30945AA6}"/>
          </ac:spMkLst>
        </pc:spChg>
        <pc:spChg chg="add mod">
          <ac:chgData name="박 신영" userId="dc4b2b3c9ac3a666" providerId="LiveId" clId="{4AAAEB7C-E14D-4D96-8835-21457CE7D0A5}" dt="2022-08-25T16:54:30.514" v="6381"/>
          <ac:spMkLst>
            <pc:docMk/>
            <pc:sldMk cId="2357435242" sldId="464"/>
            <ac:spMk id="50" creationId="{69AFF1AB-4ACF-EA01-7CCC-02342584CAEF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60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4:41.067" v="6383" actId="1076"/>
          <ac:spMkLst>
            <pc:docMk/>
            <pc:sldMk cId="2357435242" sldId="464"/>
            <ac:spMk id="95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97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98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99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100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101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102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103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104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105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106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107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8:25.810" v="5950" actId="14100"/>
          <ac:spMkLst>
            <pc:docMk/>
            <pc:sldMk cId="2357435242" sldId="464"/>
            <ac:spMk id="10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41:38.754" v="5999" actId="1035"/>
          <ac:spMkLst>
            <pc:docMk/>
            <pc:sldMk cId="2357435242" sldId="464"/>
            <ac:spMk id="128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29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130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51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56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157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61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62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163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66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67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168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72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73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174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47:09.418" v="6176"/>
          <ac:spMkLst>
            <pc:docMk/>
            <pc:sldMk cId="2357435242" sldId="464"/>
            <ac:spMk id="180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81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182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85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86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187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91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92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193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97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198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199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205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206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207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216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217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218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222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33.479" v="5956" actId="1076"/>
          <ac:spMkLst>
            <pc:docMk/>
            <pc:sldMk cId="2357435242" sldId="464"/>
            <ac:spMk id="223" creationId="{00000000-0000-0000-0000-000000000000}"/>
          </ac:spMkLst>
        </pc:spChg>
        <pc:spChg chg="mod topLvl">
          <ac:chgData name="박 신영" userId="dc4b2b3c9ac3a666" providerId="LiveId" clId="{4AAAEB7C-E14D-4D96-8835-21457CE7D0A5}" dt="2022-08-25T16:39:09.204" v="5955" actId="14100"/>
          <ac:spMkLst>
            <pc:docMk/>
            <pc:sldMk cId="2357435242" sldId="464"/>
            <ac:spMk id="224" creationId="{00000000-0000-0000-0000-000000000000}"/>
          </ac:spMkLst>
        </pc:spChg>
        <pc:grpChg chg="del">
          <ac:chgData name="박 신영" userId="dc4b2b3c9ac3a666" providerId="LiveId" clId="{4AAAEB7C-E14D-4D96-8835-21457CE7D0A5}" dt="2022-08-25T15:21:09.555" v="4799" actId="165"/>
          <ac:grpSpMkLst>
            <pc:docMk/>
            <pc:sldMk cId="2357435242" sldId="464"/>
            <ac:grpSpMk id="5" creationId="{00000000-0000-0000-0000-000000000000}"/>
          </ac:grpSpMkLst>
        </pc:grpChg>
      </pc:sldChg>
      <pc:sldChg chg="addSp delSp modSp mod">
        <pc:chgData name="박 신영" userId="dc4b2b3c9ac3a666" providerId="LiveId" clId="{4AAAEB7C-E14D-4D96-8835-21457CE7D0A5}" dt="2022-08-25T17:11:05.168" v="6621" actId="14100"/>
        <pc:sldMkLst>
          <pc:docMk/>
          <pc:sldMk cId="138423989" sldId="465"/>
        </pc:sldMkLst>
        <pc:spChg chg="add 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7" creationId="{167AC8D1-73EC-3B72-D5CF-F57470E9A629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9" creationId="{00000000-0000-0000-0000-000000000000}"/>
          </ac:spMkLst>
        </pc:spChg>
        <pc:spChg chg="add 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0" creationId="{69C0A7DD-13BF-717F-5E77-DADD108652EE}"/>
          </ac:spMkLst>
        </pc:spChg>
        <pc:spChg chg="add del mod">
          <ac:chgData name="박 신영" userId="dc4b2b3c9ac3a666" providerId="LiveId" clId="{4AAAEB7C-E14D-4D96-8835-21457CE7D0A5}" dt="2022-08-25T16:51:00.394" v="6268"/>
          <ac:spMkLst>
            <pc:docMk/>
            <pc:sldMk cId="138423989" sldId="465"/>
            <ac:spMk id="11" creationId="{7FC91490-5C6C-B382-D21F-D57972AA1437}"/>
          </ac:spMkLst>
        </pc:spChg>
        <pc:spChg chg="add del mod">
          <ac:chgData name="박 신영" userId="dc4b2b3c9ac3a666" providerId="LiveId" clId="{4AAAEB7C-E14D-4D96-8835-21457CE7D0A5}" dt="2022-08-25T16:51:00.394" v="6268"/>
          <ac:spMkLst>
            <pc:docMk/>
            <pc:sldMk cId="138423989" sldId="465"/>
            <ac:spMk id="12" creationId="{03152636-7C84-D8B9-BA80-1B8F499F76B3}"/>
          </ac:spMkLst>
        </pc:spChg>
        <pc:spChg chg="add mod">
          <ac:chgData name="박 신영" userId="dc4b2b3c9ac3a666" providerId="LiveId" clId="{4AAAEB7C-E14D-4D96-8835-21457CE7D0A5}" dt="2022-08-25T16:52:11.523" v="6341" actId="164"/>
          <ac:spMkLst>
            <pc:docMk/>
            <pc:sldMk cId="138423989" sldId="465"/>
            <ac:spMk id="13" creationId="{77653D6C-3427-887A-61CF-305E5D142AF4}"/>
          </ac:spMkLst>
        </pc:spChg>
        <pc:spChg chg="add mod">
          <ac:chgData name="박 신영" userId="dc4b2b3c9ac3a666" providerId="LiveId" clId="{4AAAEB7C-E14D-4D96-8835-21457CE7D0A5}" dt="2022-08-25T16:52:11.523" v="6341" actId="164"/>
          <ac:spMkLst>
            <pc:docMk/>
            <pc:sldMk cId="138423989" sldId="465"/>
            <ac:spMk id="14" creationId="{8F5AD80D-ADAC-4554-0C61-4739120CB9C5}"/>
          </ac:spMkLst>
        </pc:spChg>
        <pc:spChg chg="add mod">
          <ac:chgData name="박 신영" userId="dc4b2b3c9ac3a666" providerId="LiveId" clId="{4AAAEB7C-E14D-4D96-8835-21457CE7D0A5}" dt="2022-08-25T17:11:05.168" v="6621" actId="14100"/>
          <ac:spMkLst>
            <pc:docMk/>
            <pc:sldMk cId="138423989" sldId="465"/>
            <ac:spMk id="16" creationId="{0A642C48-DE8F-152C-08FB-A1E411C79ED0}"/>
          </ac:spMkLst>
        </pc:spChg>
        <pc:spChg chg="add mod">
          <ac:chgData name="박 신영" userId="dc4b2b3c9ac3a666" providerId="LiveId" clId="{4AAAEB7C-E14D-4D96-8835-21457CE7D0A5}" dt="2022-08-25T16:53:02.888" v="6347" actId="571"/>
          <ac:spMkLst>
            <pc:docMk/>
            <pc:sldMk cId="138423989" sldId="465"/>
            <ac:spMk id="17" creationId="{CFB714D7-BD2F-7E69-1E2D-B518C630918F}"/>
          </ac:spMkLst>
        </pc:spChg>
        <pc:spChg chg="add mod">
          <ac:chgData name="박 신영" userId="dc4b2b3c9ac3a666" providerId="LiveId" clId="{4AAAEB7C-E14D-4D96-8835-21457CE7D0A5}" dt="2022-08-25T17:11:02.124" v="6620" actId="1076"/>
          <ac:spMkLst>
            <pc:docMk/>
            <pc:sldMk cId="138423989" sldId="465"/>
            <ac:spMk id="18" creationId="{07F5894B-65B0-24B1-CC3C-500E5A7A095F}"/>
          </ac:spMkLst>
        </pc:spChg>
        <pc:spChg chg="add mod">
          <ac:chgData name="박 신영" userId="dc4b2b3c9ac3a666" providerId="LiveId" clId="{4AAAEB7C-E14D-4D96-8835-21457CE7D0A5}" dt="2022-08-25T17:11:02.124" v="6620" actId="1076"/>
          <ac:spMkLst>
            <pc:docMk/>
            <pc:sldMk cId="138423989" sldId="465"/>
            <ac:spMk id="19" creationId="{4D63998D-0658-709E-3F16-CEBCBF33B7CC}"/>
          </ac:spMkLst>
        </pc:spChg>
        <pc:spChg chg="add mod">
          <ac:chgData name="박 신영" userId="dc4b2b3c9ac3a666" providerId="LiveId" clId="{4AAAEB7C-E14D-4D96-8835-21457CE7D0A5}" dt="2022-08-25T16:53:02.888" v="6347" actId="571"/>
          <ac:spMkLst>
            <pc:docMk/>
            <pc:sldMk cId="138423989" sldId="465"/>
            <ac:spMk id="20" creationId="{893FFEA6-557F-E873-D7E5-CE7C0A5E9595}"/>
          </ac:spMkLst>
        </pc:spChg>
        <pc:spChg chg="add mod">
          <ac:chgData name="박 신영" userId="dc4b2b3c9ac3a666" providerId="LiveId" clId="{4AAAEB7C-E14D-4D96-8835-21457CE7D0A5}" dt="2022-08-25T17:08:01.367" v="6563" actId="1076"/>
          <ac:spMkLst>
            <pc:docMk/>
            <pc:sldMk cId="138423989" sldId="465"/>
            <ac:spMk id="21" creationId="{2B09AEC4-8C36-99BB-0A0E-2E83D1B5796F}"/>
          </ac:spMkLst>
        </pc:spChg>
        <pc:spChg chg="add mod">
          <ac:chgData name="박 신영" userId="dc4b2b3c9ac3a666" providerId="LiveId" clId="{4AAAEB7C-E14D-4D96-8835-21457CE7D0A5}" dt="2022-08-25T17:08:01.367" v="6563" actId="1076"/>
          <ac:spMkLst>
            <pc:docMk/>
            <pc:sldMk cId="138423989" sldId="465"/>
            <ac:spMk id="22" creationId="{DB9266E3-BBB5-E7C3-A158-3F4C23498E94}"/>
          </ac:spMkLst>
        </pc:spChg>
        <pc:spChg chg="add mod">
          <ac:chgData name="박 신영" userId="dc4b2b3c9ac3a666" providerId="LiveId" clId="{4AAAEB7C-E14D-4D96-8835-21457CE7D0A5}" dt="2022-08-25T17:08:01.367" v="6563" actId="1076"/>
          <ac:spMkLst>
            <pc:docMk/>
            <pc:sldMk cId="138423989" sldId="465"/>
            <ac:spMk id="23" creationId="{CBFC83A4-BE75-264A-0A98-1C85C0F643A6}"/>
          </ac:spMkLst>
        </pc:spChg>
        <pc:spChg chg="add mod">
          <ac:chgData name="박 신영" userId="dc4b2b3c9ac3a666" providerId="LiveId" clId="{4AAAEB7C-E14D-4D96-8835-21457CE7D0A5}" dt="2022-08-25T17:08:01.367" v="6563" actId="1076"/>
          <ac:spMkLst>
            <pc:docMk/>
            <pc:sldMk cId="138423989" sldId="465"/>
            <ac:spMk id="24" creationId="{93F15011-5A34-5731-E69F-51EF30CF71E5}"/>
          </ac:spMkLst>
        </pc:spChg>
        <pc:spChg chg="add mod">
          <ac:chgData name="박 신영" userId="dc4b2b3c9ac3a666" providerId="LiveId" clId="{4AAAEB7C-E14D-4D96-8835-21457CE7D0A5}" dt="2022-08-25T17:08:01.367" v="6563" actId="1076"/>
          <ac:spMkLst>
            <pc:docMk/>
            <pc:sldMk cId="138423989" sldId="465"/>
            <ac:spMk id="25" creationId="{AD505436-B66D-066A-7F1F-CAC180ADB89B}"/>
          </ac:spMkLst>
        </pc:spChg>
        <pc:spChg chg="add mod">
          <ac:chgData name="박 신영" userId="dc4b2b3c9ac3a666" providerId="LiveId" clId="{4AAAEB7C-E14D-4D96-8835-21457CE7D0A5}" dt="2022-08-25T17:08:13.418" v="6564" actId="1076"/>
          <ac:spMkLst>
            <pc:docMk/>
            <pc:sldMk cId="138423989" sldId="465"/>
            <ac:spMk id="26" creationId="{A6090249-2353-C1D7-DEDE-13B702D36F4D}"/>
          </ac:spMkLst>
        </pc:spChg>
        <pc:spChg chg="add mod">
          <ac:chgData name="박 신영" userId="dc4b2b3c9ac3a666" providerId="LiveId" clId="{4AAAEB7C-E14D-4D96-8835-21457CE7D0A5}" dt="2022-08-25T17:08:13.418" v="6564" actId="1076"/>
          <ac:spMkLst>
            <pc:docMk/>
            <pc:sldMk cId="138423989" sldId="465"/>
            <ac:spMk id="27" creationId="{718D4F58-5428-7B4D-42B1-5B9568030471}"/>
          </ac:spMkLst>
        </pc:spChg>
        <pc:spChg chg="add mod">
          <ac:chgData name="박 신영" userId="dc4b2b3c9ac3a666" providerId="LiveId" clId="{4AAAEB7C-E14D-4D96-8835-21457CE7D0A5}" dt="2022-08-25T17:08:13.418" v="6564" actId="1076"/>
          <ac:spMkLst>
            <pc:docMk/>
            <pc:sldMk cId="138423989" sldId="465"/>
            <ac:spMk id="28" creationId="{7FCBC2E9-C76D-99AA-7425-7EE95C173754}"/>
          </ac:spMkLst>
        </pc:spChg>
        <pc:spChg chg="add mod">
          <ac:chgData name="박 신영" userId="dc4b2b3c9ac3a666" providerId="LiveId" clId="{4AAAEB7C-E14D-4D96-8835-21457CE7D0A5}" dt="2022-08-25T17:08:13.418" v="6564" actId="1076"/>
          <ac:spMkLst>
            <pc:docMk/>
            <pc:sldMk cId="138423989" sldId="465"/>
            <ac:spMk id="29" creationId="{43546DCA-D09E-3D5C-1F8D-4C8C6D23EA2C}"/>
          </ac:spMkLst>
        </pc:spChg>
        <pc:spChg chg="add del mod">
          <ac:chgData name="박 신영" userId="dc4b2b3c9ac3a666" providerId="LiveId" clId="{4AAAEB7C-E14D-4D96-8835-21457CE7D0A5}" dt="2022-08-25T16:57:00.147" v="6384" actId="478"/>
          <ac:spMkLst>
            <pc:docMk/>
            <pc:sldMk cId="138423989" sldId="465"/>
            <ac:spMk id="31" creationId="{714647C4-9410-E011-97F5-D91DDDABDD2F}"/>
          </ac:spMkLst>
        </pc:spChg>
        <pc:spChg chg="add del mod">
          <ac:chgData name="박 신영" userId="dc4b2b3c9ac3a666" providerId="LiveId" clId="{4AAAEB7C-E14D-4D96-8835-21457CE7D0A5}" dt="2022-08-25T16:58:41.065" v="6410" actId="478"/>
          <ac:spMkLst>
            <pc:docMk/>
            <pc:sldMk cId="138423989" sldId="465"/>
            <ac:spMk id="33" creationId="{5367D76A-A11F-0168-5348-F6B781590FB1}"/>
          </ac:spMkLst>
        </pc:spChg>
        <pc:spChg chg="add del mod">
          <ac:chgData name="박 신영" userId="dc4b2b3c9ac3a666" providerId="LiveId" clId="{4AAAEB7C-E14D-4D96-8835-21457CE7D0A5}" dt="2022-08-25T16:58:41.065" v="6410" actId="478"/>
          <ac:spMkLst>
            <pc:docMk/>
            <pc:sldMk cId="138423989" sldId="465"/>
            <ac:spMk id="34" creationId="{D37DC1C6-3295-2162-26F0-5F36632B29B5}"/>
          </ac:spMkLst>
        </pc:spChg>
        <pc:spChg chg="mod topLvl">
          <ac:chgData name="박 신영" userId="dc4b2b3c9ac3a666" providerId="LiveId" clId="{4AAAEB7C-E14D-4D96-8835-21457CE7D0A5}" dt="2022-08-25T16:53:31.036" v="6350" actId="207"/>
          <ac:spMkLst>
            <pc:docMk/>
            <pc:sldMk cId="138423989" sldId="465"/>
            <ac:spMk id="36" creationId="{8F34475F-D0A4-3AB5-76F0-089E2DBA69A5}"/>
          </ac:spMkLst>
        </pc:spChg>
        <pc:spChg chg="mod topLvl">
          <ac:chgData name="박 신영" userId="dc4b2b3c9ac3a666" providerId="LiveId" clId="{4AAAEB7C-E14D-4D96-8835-21457CE7D0A5}" dt="2022-08-25T16:53:27.079" v="6349" actId="207"/>
          <ac:spMkLst>
            <pc:docMk/>
            <pc:sldMk cId="138423989" sldId="465"/>
            <ac:spMk id="37" creationId="{B5FE0F71-0E5A-3AB0-12B9-B071B2409D2B}"/>
          </ac:spMkLst>
        </pc:spChg>
        <pc:spChg chg="mod topLvl">
          <ac:chgData name="박 신영" userId="dc4b2b3c9ac3a666" providerId="LiveId" clId="{4AAAEB7C-E14D-4D96-8835-21457CE7D0A5}" dt="2022-08-25T17:06:39.159" v="6555" actId="165"/>
          <ac:spMkLst>
            <pc:docMk/>
            <pc:sldMk cId="138423989" sldId="465"/>
            <ac:spMk id="39" creationId="{727CBE6C-7E20-1DEB-93BE-7E1F9DC13613}"/>
          </ac:spMkLst>
        </pc:spChg>
        <pc:spChg chg="mod topLvl">
          <ac:chgData name="박 신영" userId="dc4b2b3c9ac3a666" providerId="LiveId" clId="{4AAAEB7C-E14D-4D96-8835-21457CE7D0A5}" dt="2022-08-25T17:06:39.159" v="6555" actId="165"/>
          <ac:spMkLst>
            <pc:docMk/>
            <pc:sldMk cId="138423989" sldId="465"/>
            <ac:spMk id="40" creationId="{57371995-3D18-D7C7-28E4-A98E62C2613E}"/>
          </ac:spMkLst>
        </pc:spChg>
        <pc:spChg chg="add mod">
          <ac:chgData name="박 신영" userId="dc4b2b3c9ac3a666" providerId="LiveId" clId="{4AAAEB7C-E14D-4D96-8835-21457CE7D0A5}" dt="2022-08-25T17:06:50.766" v="6557" actId="1076"/>
          <ac:spMkLst>
            <pc:docMk/>
            <pc:sldMk cId="138423989" sldId="465"/>
            <ac:spMk id="41" creationId="{28B897E1-54E3-1242-3564-B641AD72DA56}"/>
          </ac:spMkLst>
        </pc:spChg>
        <pc:spChg chg="add mod">
          <ac:chgData name="박 신영" userId="dc4b2b3c9ac3a666" providerId="LiveId" clId="{4AAAEB7C-E14D-4D96-8835-21457CE7D0A5}" dt="2022-08-25T16:59:56.015" v="6553" actId="20577"/>
          <ac:spMkLst>
            <pc:docMk/>
            <pc:sldMk cId="138423989" sldId="465"/>
            <ac:spMk id="42" creationId="{28CFD50B-6E82-C600-3F5F-61F1FE467B12}"/>
          </ac:spMkLst>
        </pc:spChg>
        <pc:spChg chg="add mod">
          <ac:chgData name="박 신영" userId="dc4b2b3c9ac3a666" providerId="LiveId" clId="{4AAAEB7C-E14D-4D96-8835-21457CE7D0A5}" dt="2022-08-25T17:06:56.799" v="6558" actId="14100"/>
          <ac:spMkLst>
            <pc:docMk/>
            <pc:sldMk cId="138423989" sldId="465"/>
            <ac:spMk id="43" creationId="{F14662BF-76D9-D324-CA38-583A300D9A24}"/>
          </ac:spMkLst>
        </pc:spChg>
        <pc:spChg chg="add mod">
          <ac:chgData name="박 신영" userId="dc4b2b3c9ac3a666" providerId="LiveId" clId="{4AAAEB7C-E14D-4D96-8835-21457CE7D0A5}" dt="2022-08-25T17:07:00.658" v="6560" actId="14100"/>
          <ac:spMkLst>
            <pc:docMk/>
            <pc:sldMk cId="138423989" sldId="465"/>
            <ac:spMk id="44" creationId="{3653D47A-28ED-B664-DC13-F04ECF69BF21}"/>
          </ac:spMkLst>
        </pc:spChg>
        <pc:spChg chg="add mod">
          <ac:chgData name="박 신영" userId="dc4b2b3c9ac3a666" providerId="LiveId" clId="{4AAAEB7C-E14D-4D96-8835-21457CE7D0A5}" dt="2022-08-25T17:07:05.685" v="6561" actId="571"/>
          <ac:spMkLst>
            <pc:docMk/>
            <pc:sldMk cId="138423989" sldId="465"/>
            <ac:spMk id="45" creationId="{09AD99D5-8FBF-B823-317C-B48BCEDF31DA}"/>
          </ac:spMkLst>
        </pc:spChg>
        <pc:spChg chg="add mod">
          <ac:chgData name="박 신영" userId="dc4b2b3c9ac3a666" providerId="LiveId" clId="{4AAAEB7C-E14D-4D96-8835-21457CE7D0A5}" dt="2022-08-25T17:09:23.261" v="6567" actId="1076"/>
          <ac:spMkLst>
            <pc:docMk/>
            <pc:sldMk cId="138423989" sldId="465"/>
            <ac:spMk id="46" creationId="{CF5445A6-0C27-ED87-1E03-80C5DF9F9405}"/>
          </ac:spMkLst>
        </pc:spChg>
        <pc:spChg chg="add mod">
          <ac:chgData name="박 신영" userId="dc4b2b3c9ac3a666" providerId="LiveId" clId="{4AAAEB7C-E14D-4D96-8835-21457CE7D0A5}" dt="2022-08-25T17:10:11.043" v="6572" actId="571"/>
          <ac:spMkLst>
            <pc:docMk/>
            <pc:sldMk cId="138423989" sldId="465"/>
            <ac:spMk id="47" creationId="{F29E9C04-5BAD-8305-E18D-3A85B857CD5E}"/>
          </ac:spMkLst>
        </pc:spChg>
        <pc:spChg chg="add mod">
          <ac:chgData name="박 신영" userId="dc4b2b3c9ac3a666" providerId="LiveId" clId="{4AAAEB7C-E14D-4D96-8835-21457CE7D0A5}" dt="2022-08-25T17:10:11.043" v="6572" actId="571"/>
          <ac:spMkLst>
            <pc:docMk/>
            <pc:sldMk cId="138423989" sldId="465"/>
            <ac:spMk id="48" creationId="{8B26B86C-A517-D8B8-DF0A-12EB36E36DC2}"/>
          </ac:spMkLst>
        </pc:spChg>
        <pc:spChg chg="add mod">
          <ac:chgData name="박 신영" userId="dc4b2b3c9ac3a666" providerId="LiveId" clId="{4AAAEB7C-E14D-4D96-8835-21457CE7D0A5}" dt="2022-08-25T17:10:11.043" v="6572" actId="571"/>
          <ac:spMkLst>
            <pc:docMk/>
            <pc:sldMk cId="138423989" sldId="465"/>
            <ac:spMk id="49" creationId="{D3E66278-E2FD-C70A-8B1E-41C9DF99386D}"/>
          </ac:spMkLst>
        </pc:spChg>
        <pc:spChg chg="add mod">
          <ac:chgData name="박 신영" userId="dc4b2b3c9ac3a666" providerId="LiveId" clId="{4AAAEB7C-E14D-4D96-8835-21457CE7D0A5}" dt="2022-08-25T17:10:11.043" v="6572" actId="571"/>
          <ac:spMkLst>
            <pc:docMk/>
            <pc:sldMk cId="138423989" sldId="465"/>
            <ac:spMk id="50" creationId="{EB84DCBF-0210-6F31-C771-293CB3ED1571}"/>
          </ac:spMkLst>
        </pc:spChg>
        <pc:spChg chg="add mod">
          <ac:chgData name="박 신영" userId="dc4b2b3c9ac3a666" providerId="LiveId" clId="{4AAAEB7C-E14D-4D96-8835-21457CE7D0A5}" dt="2022-08-25T17:10:13.393" v="6574" actId="571"/>
          <ac:spMkLst>
            <pc:docMk/>
            <pc:sldMk cId="138423989" sldId="465"/>
            <ac:spMk id="51" creationId="{C6EC3E5E-D587-956D-8A6C-8AEB1DBE9125}"/>
          </ac:spMkLst>
        </pc:spChg>
        <pc:spChg chg="add mod">
          <ac:chgData name="박 신영" userId="dc4b2b3c9ac3a666" providerId="LiveId" clId="{4AAAEB7C-E14D-4D96-8835-21457CE7D0A5}" dt="2022-08-25T17:10:13.393" v="6574" actId="571"/>
          <ac:spMkLst>
            <pc:docMk/>
            <pc:sldMk cId="138423989" sldId="465"/>
            <ac:spMk id="52" creationId="{3CA6CF8B-13AC-BBD3-137D-BC57E03008AE}"/>
          </ac:spMkLst>
        </pc:spChg>
        <pc:spChg chg="add mod">
          <ac:chgData name="박 신영" userId="dc4b2b3c9ac3a666" providerId="LiveId" clId="{4AAAEB7C-E14D-4D96-8835-21457CE7D0A5}" dt="2022-08-25T17:10:13.393" v="6574" actId="571"/>
          <ac:spMkLst>
            <pc:docMk/>
            <pc:sldMk cId="138423989" sldId="465"/>
            <ac:spMk id="53" creationId="{C83C3156-B7F4-EEB3-F565-21AF63F8FA79}"/>
          </ac:spMkLst>
        </pc:spChg>
        <pc:spChg chg="add mod">
          <ac:chgData name="박 신영" userId="dc4b2b3c9ac3a666" providerId="LiveId" clId="{4AAAEB7C-E14D-4D96-8835-21457CE7D0A5}" dt="2022-08-25T17:10:13.393" v="6574" actId="571"/>
          <ac:spMkLst>
            <pc:docMk/>
            <pc:sldMk cId="138423989" sldId="465"/>
            <ac:spMk id="54" creationId="{D20088AD-85F1-B99F-3466-0423C6DA4E2F}"/>
          </ac:spMkLst>
        </pc:spChg>
        <pc:spChg chg="add mod">
          <ac:chgData name="박 신영" userId="dc4b2b3c9ac3a666" providerId="LiveId" clId="{4AAAEB7C-E14D-4D96-8835-21457CE7D0A5}" dt="2022-08-25T17:10:28.517" v="6581"/>
          <ac:spMkLst>
            <pc:docMk/>
            <pc:sldMk cId="138423989" sldId="465"/>
            <ac:spMk id="55" creationId="{D2A4F71C-348E-5308-8B3A-2275CC4EB029}"/>
          </ac:spMkLst>
        </pc:spChg>
        <pc:spChg chg="add mod">
          <ac:chgData name="박 신영" userId="dc4b2b3c9ac3a666" providerId="LiveId" clId="{4AAAEB7C-E14D-4D96-8835-21457CE7D0A5}" dt="2022-08-25T17:10:19.020" v="6575" actId="571"/>
          <ac:spMkLst>
            <pc:docMk/>
            <pc:sldMk cId="138423989" sldId="465"/>
            <ac:spMk id="58" creationId="{803F98B6-24A4-2777-5894-170EAA7C5FD2}"/>
          </ac:spMkLst>
        </pc:spChg>
        <pc:spChg chg="add mod">
          <ac:chgData name="박 신영" userId="dc4b2b3c9ac3a666" providerId="LiveId" clId="{4AAAEB7C-E14D-4D96-8835-21457CE7D0A5}" dt="2022-08-25T17:10:19.020" v="6575" actId="571"/>
          <ac:spMkLst>
            <pc:docMk/>
            <pc:sldMk cId="138423989" sldId="465"/>
            <ac:spMk id="59" creationId="{8007B0A3-DD4C-B342-294C-679D61BD045E}"/>
          </ac:spMkLst>
        </pc:spChg>
        <pc:spChg chg="add mod">
          <ac:chgData name="박 신영" userId="dc4b2b3c9ac3a666" providerId="LiveId" clId="{4AAAEB7C-E14D-4D96-8835-21457CE7D0A5}" dt="2022-08-25T17:10:48.204" v="6597"/>
          <ac:spMkLst>
            <pc:docMk/>
            <pc:sldMk cId="138423989" sldId="465"/>
            <ac:spMk id="62" creationId="{C5C8922C-0E93-D823-082E-070AEB3C85EA}"/>
          </ac:spMkLst>
        </pc:spChg>
        <pc:spChg chg="add mod">
          <ac:chgData name="박 신영" userId="dc4b2b3c9ac3a666" providerId="LiveId" clId="{4AAAEB7C-E14D-4D96-8835-21457CE7D0A5}" dt="2022-08-25T17:10:43.872" v="6582" actId="571"/>
          <ac:spMkLst>
            <pc:docMk/>
            <pc:sldMk cId="138423989" sldId="465"/>
            <ac:spMk id="63" creationId="{26B19956-C542-2D87-2ABF-E2F34E12C8CC}"/>
          </ac:spMkLst>
        </pc:spChg>
        <pc:spChg chg="add mod">
          <ac:chgData name="박 신영" userId="dc4b2b3c9ac3a666" providerId="LiveId" clId="{4AAAEB7C-E14D-4D96-8835-21457CE7D0A5}" dt="2022-08-25T17:10:58.403" v="6619"/>
          <ac:spMkLst>
            <pc:docMk/>
            <pc:sldMk cId="138423989" sldId="465"/>
            <ac:spMk id="64" creationId="{5374BE8B-83BB-133D-9A14-BFB452797007}"/>
          </ac:spMkLst>
        </pc:spChg>
        <pc:spChg chg="add mod">
          <ac:chgData name="박 신영" userId="dc4b2b3c9ac3a666" providerId="LiveId" clId="{4AAAEB7C-E14D-4D96-8835-21457CE7D0A5}" dt="2022-08-25T17:10:43.872" v="6582" actId="571"/>
          <ac:spMkLst>
            <pc:docMk/>
            <pc:sldMk cId="138423989" sldId="465"/>
            <ac:spMk id="65" creationId="{87E12770-BEAB-7928-258B-F2CC76FCBA1A}"/>
          </ac:spMkLst>
        </pc:spChg>
        <pc:spChg chg="mod">
          <ac:chgData name="박 신영" userId="dc4b2b3c9ac3a666" providerId="LiveId" clId="{4AAAEB7C-E14D-4D96-8835-21457CE7D0A5}" dt="2022-08-25T16:58:03.278" v="6407" actId="1076"/>
          <ac:spMkLst>
            <pc:docMk/>
            <pc:sldMk cId="138423989" sldId="465"/>
            <ac:spMk id="9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9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94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0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11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1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1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14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1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16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1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1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1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53:00.824" v="6346" actId="1076"/>
          <ac:spMkLst>
            <pc:docMk/>
            <pc:sldMk cId="138423989" sldId="465"/>
            <ac:spMk id="120" creationId="{00000000-0000-0000-0000-000000000000}"/>
          </ac:spMkLst>
        </pc:spChg>
        <pc:spChg chg="mod">
          <ac:chgData name="박 신영" userId="dc4b2b3c9ac3a666" providerId="LiveId" clId="{4AAAEB7C-E14D-4D96-8835-21457CE7D0A5}" dt="2022-08-25T17:07:24.559" v="6562" actId="1076"/>
          <ac:spMkLst>
            <pc:docMk/>
            <pc:sldMk cId="138423989" sldId="465"/>
            <ac:spMk id="122" creationId="{00000000-0000-0000-0000-000000000000}"/>
          </ac:spMkLst>
        </pc:spChg>
        <pc:spChg chg="mod">
          <ac:chgData name="박 신영" userId="dc4b2b3c9ac3a666" providerId="LiveId" clId="{4AAAEB7C-E14D-4D96-8835-21457CE7D0A5}" dt="2022-08-25T17:07:24.559" v="6562" actId="1076"/>
          <ac:spMkLst>
            <pc:docMk/>
            <pc:sldMk cId="138423989" sldId="465"/>
            <ac:spMk id="123" creationId="{00000000-0000-0000-0000-000000000000}"/>
          </ac:spMkLst>
        </pc:spChg>
        <pc:spChg chg="mod">
          <ac:chgData name="박 신영" userId="dc4b2b3c9ac3a666" providerId="LiveId" clId="{4AAAEB7C-E14D-4D96-8835-21457CE7D0A5}" dt="2022-08-25T17:07:24.559" v="6562" actId="1076"/>
          <ac:spMkLst>
            <pc:docMk/>
            <pc:sldMk cId="138423989" sldId="465"/>
            <ac:spMk id="124" creationId="{00000000-0000-0000-0000-000000000000}"/>
          </ac:spMkLst>
        </pc:spChg>
        <pc:spChg chg="mod">
          <ac:chgData name="박 신영" userId="dc4b2b3c9ac3a666" providerId="LiveId" clId="{4AAAEB7C-E14D-4D96-8835-21457CE7D0A5}" dt="2022-08-25T17:07:24.559" v="6562" actId="1076"/>
          <ac:spMkLst>
            <pc:docMk/>
            <pc:sldMk cId="138423989" sldId="465"/>
            <ac:spMk id="125" creationId="{00000000-0000-0000-0000-000000000000}"/>
          </ac:spMkLst>
        </pc:spChg>
        <pc:spChg chg="mod">
          <ac:chgData name="박 신영" userId="dc4b2b3c9ac3a666" providerId="LiveId" clId="{4AAAEB7C-E14D-4D96-8835-21457CE7D0A5}" dt="2022-08-25T17:07:24.559" v="6562" actId="1076"/>
          <ac:spMkLst>
            <pc:docMk/>
            <pc:sldMk cId="138423989" sldId="465"/>
            <ac:spMk id="126" creationId="{00000000-0000-0000-0000-000000000000}"/>
          </ac:spMkLst>
        </pc:spChg>
        <pc:spChg chg="mod">
          <ac:chgData name="박 신영" userId="dc4b2b3c9ac3a666" providerId="LiveId" clId="{4AAAEB7C-E14D-4D96-8835-21457CE7D0A5}" dt="2022-08-25T17:07:24.559" v="6562" actId="1076"/>
          <ac:spMkLst>
            <pc:docMk/>
            <pc:sldMk cId="138423989" sldId="465"/>
            <ac:spMk id="131" creationId="{00000000-0000-0000-0000-000000000000}"/>
          </ac:spMkLst>
        </pc:spChg>
        <pc:spChg chg="mod">
          <ac:chgData name="박 신영" userId="dc4b2b3c9ac3a666" providerId="LiveId" clId="{4AAAEB7C-E14D-4D96-8835-21457CE7D0A5}" dt="2022-08-25T17:07:24.559" v="6562" actId="1076"/>
          <ac:spMkLst>
            <pc:docMk/>
            <pc:sldMk cId="138423989" sldId="465"/>
            <ac:spMk id="133" creationId="{00000000-0000-0000-0000-000000000000}"/>
          </ac:spMkLst>
        </pc:spChg>
        <pc:grpChg chg="add mod">
          <ac:chgData name="박 신영" userId="dc4b2b3c9ac3a666" providerId="LiveId" clId="{4AAAEB7C-E14D-4D96-8835-21457CE7D0A5}" dt="2022-08-25T16:53:00.824" v="6346" actId="1076"/>
          <ac:grpSpMkLst>
            <pc:docMk/>
            <pc:sldMk cId="138423989" sldId="465"/>
            <ac:grpSpMk id="15" creationId="{D2630070-979F-067F-994A-4EE76A04DD75}"/>
          </ac:grpSpMkLst>
        </pc:grpChg>
        <pc:grpChg chg="add del mod">
          <ac:chgData name="박 신영" userId="dc4b2b3c9ac3a666" providerId="LiveId" clId="{4AAAEB7C-E14D-4D96-8835-21457CE7D0A5}" dt="2022-08-25T16:53:21.907" v="6348" actId="165"/>
          <ac:grpSpMkLst>
            <pc:docMk/>
            <pc:sldMk cId="138423989" sldId="465"/>
            <ac:grpSpMk id="35" creationId="{167B6FCA-672A-056B-1BC5-850B32ADE68E}"/>
          </ac:grpSpMkLst>
        </pc:grpChg>
        <pc:grpChg chg="add del mod">
          <ac:chgData name="박 신영" userId="dc4b2b3c9ac3a666" providerId="LiveId" clId="{4AAAEB7C-E14D-4D96-8835-21457CE7D0A5}" dt="2022-08-25T17:06:39.159" v="6555" actId="165"/>
          <ac:grpSpMkLst>
            <pc:docMk/>
            <pc:sldMk cId="138423989" sldId="465"/>
            <ac:grpSpMk id="38" creationId="{6C44FA6F-22B9-A876-55C0-81BB011F8566}"/>
          </ac:grpSpMkLst>
        </pc:grpChg>
        <pc:cxnChg chg="add mod">
          <ac:chgData name="박 신영" userId="dc4b2b3c9ac3a666" providerId="LiveId" clId="{4AAAEB7C-E14D-4D96-8835-21457CE7D0A5}" dt="2022-08-25T16:53:00.824" v="6346" actId="1076"/>
          <ac:cxnSpMkLst>
            <pc:docMk/>
            <pc:sldMk cId="138423989" sldId="465"/>
            <ac:cxnSpMk id="4" creationId="{60893845-AD1E-623B-0E73-AFC7CAEA7C77}"/>
          </ac:cxnSpMkLst>
        </pc:cxnChg>
        <pc:cxnChg chg="add mod">
          <ac:chgData name="박 신영" userId="dc4b2b3c9ac3a666" providerId="LiveId" clId="{4AAAEB7C-E14D-4D96-8835-21457CE7D0A5}" dt="2022-08-25T17:08:01.367" v="6563" actId="1076"/>
          <ac:cxnSpMkLst>
            <pc:docMk/>
            <pc:sldMk cId="138423989" sldId="465"/>
            <ac:cxnSpMk id="30" creationId="{88F585CD-70F0-866E-2077-248C18963EA7}"/>
          </ac:cxnSpMkLst>
        </pc:cxnChg>
        <pc:cxnChg chg="add mod">
          <ac:chgData name="박 신영" userId="dc4b2b3c9ac3a666" providerId="LiveId" clId="{4AAAEB7C-E14D-4D96-8835-21457CE7D0A5}" dt="2022-08-25T17:09:11.623" v="6565" actId="1076"/>
          <ac:cxnSpMkLst>
            <pc:docMk/>
            <pc:sldMk cId="138423989" sldId="465"/>
            <ac:cxnSpMk id="32" creationId="{F8002E0A-02DE-1703-63D1-9E6F7BF3E520}"/>
          </ac:cxnSpMkLst>
        </pc:cxnChg>
        <pc:cxnChg chg="mod">
          <ac:chgData name="박 신영" userId="dc4b2b3c9ac3a666" providerId="LiveId" clId="{4AAAEB7C-E14D-4D96-8835-21457CE7D0A5}" dt="2022-08-25T16:53:00.824" v="6346" actId="1076"/>
          <ac:cxnSpMkLst>
            <pc:docMk/>
            <pc:sldMk cId="138423989" sldId="465"/>
            <ac:cxnSpMk id="121" creationId="{00000000-0000-0000-0000-000000000000}"/>
          </ac:cxnSpMkLst>
        </pc:cxnChg>
      </pc:sldChg>
      <pc:sldChg chg="addSp delSp modSp mod">
        <pc:chgData name="박 신영" userId="dc4b2b3c9ac3a666" providerId="LiveId" clId="{4AAAEB7C-E14D-4D96-8835-21457CE7D0A5}" dt="2022-08-25T16:14:04.606" v="5619" actId="1076"/>
        <pc:sldMkLst>
          <pc:docMk/>
          <pc:sldMk cId="1032413365" sldId="470"/>
        </pc:sldMkLst>
        <pc:spChg chg="mod">
          <ac:chgData name="박 신영" userId="dc4b2b3c9ac3a666" providerId="LiveId" clId="{4AAAEB7C-E14D-4D96-8835-21457CE7D0A5}" dt="2022-08-25T16:01:38.684" v="5293" actId="14100"/>
          <ac:spMkLst>
            <pc:docMk/>
            <pc:sldMk cId="1032413365" sldId="470"/>
            <ac:spMk id="4" creationId="{00000000-0000-0000-0000-000000000000}"/>
          </ac:spMkLst>
        </pc:spChg>
        <pc:spChg chg="add mod">
          <ac:chgData name="박 신영" userId="dc4b2b3c9ac3a666" providerId="LiveId" clId="{4AAAEB7C-E14D-4D96-8835-21457CE7D0A5}" dt="2022-08-25T16:14:04.606" v="5619" actId="1076"/>
          <ac:spMkLst>
            <pc:docMk/>
            <pc:sldMk cId="1032413365" sldId="470"/>
            <ac:spMk id="5" creationId="{F04FADC1-29AB-5E0A-ABAF-106BAA5F2916}"/>
          </ac:spMkLst>
        </pc:spChg>
        <pc:spChg chg="add mod">
          <ac:chgData name="박 신영" userId="dc4b2b3c9ac3a666" providerId="LiveId" clId="{4AAAEB7C-E14D-4D96-8835-21457CE7D0A5}" dt="2022-08-25T16:14:04.606" v="5619" actId="1076"/>
          <ac:spMkLst>
            <pc:docMk/>
            <pc:sldMk cId="1032413365" sldId="470"/>
            <ac:spMk id="7" creationId="{B7308129-294C-056B-2F1D-1641D04FE721}"/>
          </ac:spMkLst>
        </pc:spChg>
        <pc:spChg chg="add mod">
          <ac:chgData name="박 신영" userId="dc4b2b3c9ac3a666" providerId="LiveId" clId="{4AAAEB7C-E14D-4D96-8835-21457CE7D0A5}" dt="2022-08-25T14:18:14.441" v="4715" actId="1076"/>
          <ac:spMkLst>
            <pc:docMk/>
            <pc:sldMk cId="1032413365" sldId="470"/>
            <ac:spMk id="9" creationId="{6A37AD2E-700B-B3B0-09B0-E19B0F1E4489}"/>
          </ac:spMkLst>
        </pc:spChg>
        <pc:spChg chg="add del mod">
          <ac:chgData name="박 신영" userId="dc4b2b3c9ac3a666" providerId="LiveId" clId="{4AAAEB7C-E14D-4D96-8835-21457CE7D0A5}" dt="2022-08-25T09:29:16.424" v="143" actId="478"/>
          <ac:spMkLst>
            <pc:docMk/>
            <pc:sldMk cId="1032413365" sldId="470"/>
            <ac:spMk id="9" creationId="{F88D2E31-541B-7269-04B0-886E11110FCE}"/>
          </ac:spMkLst>
        </pc:spChg>
        <pc:spChg chg="add del mod">
          <ac:chgData name="박 신영" userId="dc4b2b3c9ac3a666" providerId="LiveId" clId="{4AAAEB7C-E14D-4D96-8835-21457CE7D0A5}" dt="2022-08-25T09:28:57.581" v="138" actId="478"/>
          <ac:spMkLst>
            <pc:docMk/>
            <pc:sldMk cId="1032413365" sldId="470"/>
            <ac:spMk id="10" creationId="{3347AE38-991E-6B5C-1EC5-3645A03907C2}"/>
          </ac:spMkLst>
        </pc:spChg>
        <pc:spChg chg="add mod">
          <ac:chgData name="박 신영" userId="dc4b2b3c9ac3a666" providerId="LiveId" clId="{4AAAEB7C-E14D-4D96-8835-21457CE7D0A5}" dt="2022-08-25T14:18:14.441" v="4715" actId="1076"/>
          <ac:spMkLst>
            <pc:docMk/>
            <pc:sldMk cId="1032413365" sldId="470"/>
            <ac:spMk id="10" creationId="{DA881405-BAC8-1871-FCE5-08E2B2E320CB}"/>
          </ac:spMkLst>
        </pc:spChg>
        <pc:spChg chg="add mod">
          <ac:chgData name="박 신영" userId="dc4b2b3c9ac3a666" providerId="LiveId" clId="{4AAAEB7C-E14D-4D96-8835-21457CE7D0A5}" dt="2022-08-25T16:14:04.606" v="5619" actId="1076"/>
          <ac:spMkLst>
            <pc:docMk/>
            <pc:sldMk cId="1032413365" sldId="470"/>
            <ac:spMk id="11" creationId="{A4FB43E5-250A-4D14-6D3F-EC34265FDAA8}"/>
          </ac:spMkLst>
        </pc:spChg>
        <pc:spChg chg="add mod">
          <ac:chgData name="박 신영" userId="dc4b2b3c9ac3a666" providerId="LiveId" clId="{4AAAEB7C-E14D-4D96-8835-21457CE7D0A5}" dt="2022-08-25T16:14:04.606" v="5619" actId="1076"/>
          <ac:spMkLst>
            <pc:docMk/>
            <pc:sldMk cId="1032413365" sldId="470"/>
            <ac:spMk id="12" creationId="{493800FC-080D-49DD-1A4F-5CB06B43B1D2}"/>
          </ac:spMkLst>
        </pc:spChg>
        <pc:spChg chg="add del mod">
          <ac:chgData name="박 신영" userId="dc4b2b3c9ac3a666" providerId="LiveId" clId="{4AAAEB7C-E14D-4D96-8835-21457CE7D0A5}" dt="2022-08-25T09:55:57.896" v="941"/>
          <ac:spMkLst>
            <pc:docMk/>
            <pc:sldMk cId="1032413365" sldId="470"/>
            <ac:spMk id="13" creationId="{9F226761-2D66-051D-DF4D-3BCE14A8710F}"/>
          </ac:spMkLst>
        </pc:spChg>
        <pc:spChg chg="add mod">
          <ac:chgData name="박 신영" userId="dc4b2b3c9ac3a666" providerId="LiveId" clId="{4AAAEB7C-E14D-4D96-8835-21457CE7D0A5}" dt="2022-08-25T14:18:14.441" v="4715" actId="1076"/>
          <ac:spMkLst>
            <pc:docMk/>
            <pc:sldMk cId="1032413365" sldId="470"/>
            <ac:spMk id="13" creationId="{D2D780F5-8725-1AD7-566D-502963DA5861}"/>
          </ac:spMkLst>
        </pc:spChg>
        <pc:spChg chg="add mod">
          <ac:chgData name="박 신영" userId="dc4b2b3c9ac3a666" providerId="LiveId" clId="{4AAAEB7C-E14D-4D96-8835-21457CE7D0A5}" dt="2022-08-25T14:18:14.441" v="4715" actId="1076"/>
          <ac:spMkLst>
            <pc:docMk/>
            <pc:sldMk cId="1032413365" sldId="470"/>
            <ac:spMk id="15" creationId="{222D0652-F131-47A2-844A-9C5F3D0903A8}"/>
          </ac:spMkLst>
        </pc:spChg>
        <pc:spChg chg="mod">
          <ac:chgData name="박 신영" userId="dc4b2b3c9ac3a666" providerId="LiveId" clId="{4AAAEB7C-E14D-4D96-8835-21457CE7D0A5}" dt="2022-08-25T09:56:03.454" v="943"/>
          <ac:spMkLst>
            <pc:docMk/>
            <pc:sldMk cId="1032413365" sldId="470"/>
            <ac:spMk id="16" creationId="{753B5E5F-0134-F08B-2CED-CB10EDC5D2FA}"/>
          </ac:spMkLst>
        </pc:spChg>
        <pc:spChg chg="add mod">
          <ac:chgData name="박 신영" userId="dc4b2b3c9ac3a666" providerId="LiveId" clId="{4AAAEB7C-E14D-4D96-8835-21457CE7D0A5}" dt="2022-08-25T16:01:53.231" v="5316"/>
          <ac:spMkLst>
            <pc:docMk/>
            <pc:sldMk cId="1032413365" sldId="470"/>
            <ac:spMk id="16" creationId="{A33FFB75-75F8-B23C-0A02-E9346427DD19}"/>
          </ac:spMkLst>
        </pc:spChg>
        <pc:spChg chg="add mod">
          <ac:chgData name="박 신영" userId="dc4b2b3c9ac3a666" providerId="LiveId" clId="{4AAAEB7C-E14D-4D96-8835-21457CE7D0A5}" dt="2022-08-25T16:02:35.603" v="5382" actId="122"/>
          <ac:spMkLst>
            <pc:docMk/>
            <pc:sldMk cId="1032413365" sldId="470"/>
            <ac:spMk id="17" creationId="{89031306-5F71-6158-78E9-A69CFB0D6696}"/>
          </ac:spMkLst>
        </pc:spChg>
        <pc:spChg chg="mod">
          <ac:chgData name="박 신영" userId="dc4b2b3c9ac3a666" providerId="LiveId" clId="{4AAAEB7C-E14D-4D96-8835-21457CE7D0A5}" dt="2022-08-25T09:56:03.454" v="943"/>
          <ac:spMkLst>
            <pc:docMk/>
            <pc:sldMk cId="1032413365" sldId="470"/>
            <ac:spMk id="17" creationId="{D3E49315-123E-5031-FBD4-4B7DA9CE07A2}"/>
          </ac:spMkLst>
        </pc:spChg>
        <pc:spChg chg="add mod">
          <ac:chgData name="박 신영" userId="dc4b2b3c9ac3a666" providerId="LiveId" clId="{4AAAEB7C-E14D-4D96-8835-21457CE7D0A5}" dt="2022-08-25T16:02:46.394" v="5414" actId="20577"/>
          <ac:spMkLst>
            <pc:docMk/>
            <pc:sldMk cId="1032413365" sldId="470"/>
            <ac:spMk id="18" creationId="{AAE18192-F653-5209-7024-2DD989AA9264}"/>
          </ac:spMkLst>
        </pc:spChg>
        <pc:spChg chg="mod">
          <ac:chgData name="박 신영" userId="dc4b2b3c9ac3a666" providerId="LiveId" clId="{4AAAEB7C-E14D-4D96-8835-21457CE7D0A5}" dt="2022-08-25T09:56:03.454" v="943"/>
          <ac:spMkLst>
            <pc:docMk/>
            <pc:sldMk cId="1032413365" sldId="470"/>
            <ac:spMk id="18" creationId="{E047CB9B-184C-B06D-7F8C-1FC78D39438B}"/>
          </ac:spMkLst>
        </pc:spChg>
        <pc:spChg chg="add mod">
          <ac:chgData name="박 신영" userId="dc4b2b3c9ac3a666" providerId="LiveId" clId="{4AAAEB7C-E14D-4D96-8835-21457CE7D0A5}" dt="2022-08-25T16:09:03.569" v="5529" actId="6549"/>
          <ac:spMkLst>
            <pc:docMk/>
            <pc:sldMk cId="1032413365" sldId="470"/>
            <ac:spMk id="23" creationId="{38B2C17C-2388-0233-0DA5-80460F00A3F9}"/>
          </ac:spMkLst>
        </pc:spChg>
        <pc:spChg chg="add mod">
          <ac:chgData name="박 신영" userId="dc4b2b3c9ac3a666" providerId="LiveId" clId="{4AAAEB7C-E14D-4D96-8835-21457CE7D0A5}" dt="2022-08-25T16:08:55.082" v="5528" actId="20577"/>
          <ac:spMkLst>
            <pc:docMk/>
            <pc:sldMk cId="1032413365" sldId="470"/>
            <ac:spMk id="24" creationId="{0C856B8A-A871-E934-1A96-9ACA45871B35}"/>
          </ac:spMkLst>
        </pc:spChg>
        <pc:spChg chg="add mod">
          <ac:chgData name="박 신영" userId="dc4b2b3c9ac3a666" providerId="LiveId" clId="{4AAAEB7C-E14D-4D96-8835-21457CE7D0A5}" dt="2022-08-25T16:05:07.137" v="5457" actId="6549"/>
          <ac:spMkLst>
            <pc:docMk/>
            <pc:sldMk cId="1032413365" sldId="470"/>
            <ac:spMk id="25" creationId="{D8D3BBE5-D7C9-B4D1-826C-9F9C3FB69203}"/>
          </ac:spMkLst>
        </pc:spChg>
        <pc:spChg chg="add mod">
          <ac:chgData name="박 신영" userId="dc4b2b3c9ac3a666" providerId="LiveId" clId="{4AAAEB7C-E14D-4D96-8835-21457CE7D0A5}" dt="2022-08-25T16:05:35.453" v="5479" actId="164"/>
          <ac:spMkLst>
            <pc:docMk/>
            <pc:sldMk cId="1032413365" sldId="470"/>
            <ac:spMk id="26" creationId="{8B74689A-EE76-E066-28FE-28F9537C5A09}"/>
          </ac:spMkLst>
        </pc:spChg>
        <pc:spChg chg="add mod">
          <ac:chgData name="박 신영" userId="dc4b2b3c9ac3a666" providerId="LiveId" clId="{4AAAEB7C-E14D-4D96-8835-21457CE7D0A5}" dt="2022-08-25T16:05:35.453" v="5479" actId="164"/>
          <ac:spMkLst>
            <pc:docMk/>
            <pc:sldMk cId="1032413365" sldId="470"/>
            <ac:spMk id="27" creationId="{BAC0D5B4-51CA-46EE-C81D-A2E35369C1B1}"/>
          </ac:spMkLst>
        </pc:spChg>
        <pc:spChg chg="add mod">
          <ac:chgData name="박 신영" userId="dc4b2b3c9ac3a666" providerId="LiveId" clId="{4AAAEB7C-E14D-4D96-8835-21457CE7D0A5}" dt="2022-08-25T16:05:35.453" v="5479" actId="164"/>
          <ac:spMkLst>
            <pc:docMk/>
            <pc:sldMk cId="1032413365" sldId="470"/>
            <ac:spMk id="29" creationId="{4FC2C56F-0392-F020-3A21-D05747DB597A}"/>
          </ac:spMkLst>
        </pc:spChg>
        <pc:spChg chg="add mod">
          <ac:chgData name="박 신영" userId="dc4b2b3c9ac3a666" providerId="LiveId" clId="{4AAAEB7C-E14D-4D96-8835-21457CE7D0A5}" dt="2022-08-25T16:08:52.215" v="5525" actId="1076"/>
          <ac:spMkLst>
            <pc:docMk/>
            <pc:sldMk cId="1032413365" sldId="470"/>
            <ac:spMk id="32" creationId="{DDD5BA6E-FCB6-DA69-E472-D57BB713C434}"/>
          </ac:spMkLst>
        </pc:spChg>
        <pc:spChg chg="add mod">
          <ac:chgData name="박 신영" userId="dc4b2b3c9ac3a666" providerId="LiveId" clId="{4AAAEB7C-E14D-4D96-8835-21457CE7D0A5}" dt="2022-08-25T16:08:09.056" v="5511" actId="164"/>
          <ac:spMkLst>
            <pc:docMk/>
            <pc:sldMk cId="1032413365" sldId="470"/>
            <ac:spMk id="33" creationId="{81CE17FC-0968-0464-CD7D-2F84BA7D6ED6}"/>
          </ac:spMkLst>
        </pc:spChg>
        <pc:spChg chg="add mod">
          <ac:chgData name="박 신영" userId="dc4b2b3c9ac3a666" providerId="LiveId" clId="{4AAAEB7C-E14D-4D96-8835-21457CE7D0A5}" dt="2022-08-25T16:08:09.056" v="5511" actId="164"/>
          <ac:spMkLst>
            <pc:docMk/>
            <pc:sldMk cId="1032413365" sldId="470"/>
            <ac:spMk id="34" creationId="{A5F631D7-2664-4FF5-35E0-3EFF3D335F7A}"/>
          </ac:spMkLst>
        </pc:spChg>
        <pc:spChg chg="mod">
          <ac:chgData name="박 신영" userId="dc4b2b3c9ac3a666" providerId="LiveId" clId="{4AAAEB7C-E14D-4D96-8835-21457CE7D0A5}" dt="2022-08-25T16:09:16.702" v="5530" actId="571"/>
          <ac:spMkLst>
            <pc:docMk/>
            <pc:sldMk cId="1032413365" sldId="470"/>
            <ac:spMk id="37" creationId="{AFC3229A-415D-EAC3-43CC-847B9A09A55E}"/>
          </ac:spMkLst>
        </pc:spChg>
        <pc:spChg chg="mod">
          <ac:chgData name="박 신영" userId="dc4b2b3c9ac3a666" providerId="LiveId" clId="{4AAAEB7C-E14D-4D96-8835-21457CE7D0A5}" dt="2022-08-25T16:01:08.579" v="5288" actId="1076"/>
          <ac:spMkLst>
            <pc:docMk/>
            <pc:sldMk cId="1032413365" sldId="470"/>
            <ac:spMk id="3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9:16.702" v="5530" actId="571"/>
          <ac:spMkLst>
            <pc:docMk/>
            <pc:sldMk cId="1032413365" sldId="470"/>
            <ac:spMk id="39" creationId="{A1C44CB1-D27C-38AA-E713-4C5987548F7D}"/>
          </ac:spMkLst>
        </pc:spChg>
        <pc:spChg chg="add del mod">
          <ac:chgData name="박 신영" userId="dc4b2b3c9ac3a666" providerId="LiveId" clId="{4AAAEB7C-E14D-4D96-8835-21457CE7D0A5}" dt="2022-08-25T16:09:34.935" v="5548" actId="1076"/>
          <ac:spMkLst>
            <pc:docMk/>
            <pc:sldMk cId="1032413365" sldId="470"/>
            <ac:spMk id="41" creationId="{171972AB-9725-C10C-6267-A871B2B551A2}"/>
          </ac:spMkLst>
        </pc:spChg>
        <pc:spChg chg="add mod">
          <ac:chgData name="박 신영" userId="dc4b2b3c9ac3a666" providerId="LiveId" clId="{4AAAEB7C-E14D-4D96-8835-21457CE7D0A5}" dt="2022-08-25T16:10:08.666" v="5551" actId="571"/>
          <ac:spMkLst>
            <pc:docMk/>
            <pc:sldMk cId="1032413365" sldId="470"/>
            <ac:spMk id="42" creationId="{2C5BB271-4B21-F66D-4E90-0AD908604A3E}"/>
          </ac:spMkLst>
        </pc:spChg>
        <pc:spChg chg="add mod">
          <ac:chgData name="박 신영" userId="dc4b2b3c9ac3a666" providerId="LiveId" clId="{4AAAEB7C-E14D-4D96-8835-21457CE7D0A5}" dt="2022-08-25T16:10:08.666" v="5551" actId="571"/>
          <ac:spMkLst>
            <pc:docMk/>
            <pc:sldMk cId="1032413365" sldId="470"/>
            <ac:spMk id="43" creationId="{2689D68B-F1B3-06C4-141E-D078A0810361}"/>
          </ac:spMkLst>
        </pc:spChg>
        <pc:spChg chg="add mod">
          <ac:chgData name="박 신영" userId="dc4b2b3c9ac3a666" providerId="LiveId" clId="{4AAAEB7C-E14D-4D96-8835-21457CE7D0A5}" dt="2022-08-25T16:10:08.666" v="5551" actId="571"/>
          <ac:spMkLst>
            <pc:docMk/>
            <pc:sldMk cId="1032413365" sldId="470"/>
            <ac:spMk id="44" creationId="{DF8B4CE4-A77C-C201-6065-D008507A2AE6}"/>
          </ac:spMkLst>
        </pc:spChg>
        <pc:spChg chg="mod">
          <ac:chgData name="박 신영" userId="dc4b2b3c9ac3a666" providerId="LiveId" clId="{4AAAEB7C-E14D-4D96-8835-21457CE7D0A5}" dt="2022-08-25T16:10:08.666" v="5551" actId="571"/>
          <ac:spMkLst>
            <pc:docMk/>
            <pc:sldMk cId="1032413365" sldId="470"/>
            <ac:spMk id="46" creationId="{7FE402CC-EFDB-8D19-B57C-0ABCACC505A2}"/>
          </ac:spMkLst>
        </pc:spChg>
        <pc:spChg chg="mod">
          <ac:chgData name="박 신영" userId="dc4b2b3c9ac3a666" providerId="LiveId" clId="{4AAAEB7C-E14D-4D96-8835-21457CE7D0A5}" dt="2022-08-25T16:10:08.666" v="5551" actId="571"/>
          <ac:spMkLst>
            <pc:docMk/>
            <pc:sldMk cId="1032413365" sldId="470"/>
            <ac:spMk id="47" creationId="{E25CA038-FAF3-AEEF-AF61-2C0C6C53BD04}"/>
          </ac:spMkLst>
        </pc:spChg>
        <pc:spChg chg="mod">
          <ac:chgData name="박 신영" userId="dc4b2b3c9ac3a666" providerId="LiveId" clId="{4AAAEB7C-E14D-4D96-8835-21457CE7D0A5}" dt="2022-08-25T16:11:57.604" v="5603" actId="1076"/>
          <ac:spMkLst>
            <pc:docMk/>
            <pc:sldMk cId="1032413365" sldId="470"/>
            <ac:spMk id="49" creationId="{A1ABEF5E-D79E-B22F-68D6-26FA5CBB3CFE}"/>
          </ac:spMkLst>
        </pc:spChg>
        <pc:spChg chg="add mod">
          <ac:chgData name="박 신영" userId="dc4b2b3c9ac3a666" providerId="LiveId" clId="{4AAAEB7C-E14D-4D96-8835-21457CE7D0A5}" dt="2022-08-25T16:10:08.666" v="5551" actId="571"/>
          <ac:spMkLst>
            <pc:docMk/>
            <pc:sldMk cId="1032413365" sldId="470"/>
            <ac:spMk id="50" creationId="{5D7149E5-6DD7-1177-88ED-FBD3A84B7AB1}"/>
          </ac:spMkLst>
        </pc:spChg>
        <pc:spChg chg="mod topLvl">
          <ac:chgData name="박 신영" userId="dc4b2b3c9ac3a666" providerId="LiveId" clId="{4AAAEB7C-E14D-4D96-8835-21457CE7D0A5}" dt="2022-08-25T16:11:16.527" v="5561" actId="165"/>
          <ac:spMkLst>
            <pc:docMk/>
            <pc:sldMk cId="1032413365" sldId="470"/>
            <ac:spMk id="52" creationId="{76BCD366-4D34-5BBD-ABCD-3DE26D83C515}"/>
          </ac:spMkLst>
        </pc:spChg>
        <pc:spChg chg="del mod topLvl">
          <ac:chgData name="박 신영" userId="dc4b2b3c9ac3a666" providerId="LiveId" clId="{4AAAEB7C-E14D-4D96-8835-21457CE7D0A5}" dt="2022-08-25T16:11:31.784" v="5564" actId="478"/>
          <ac:spMkLst>
            <pc:docMk/>
            <pc:sldMk cId="1032413365" sldId="470"/>
            <ac:spMk id="53" creationId="{686EA1D5-49E8-91A9-2A09-61BF9DA2D968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5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08.666" v="5551" actId="571"/>
          <ac:spMkLst>
            <pc:docMk/>
            <pc:sldMk cId="1032413365" sldId="470"/>
            <ac:spMk id="60" creationId="{EA8057F6-63AB-8609-73D8-78301731A5A1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6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08.666" v="5551" actId="571"/>
          <ac:spMkLst>
            <pc:docMk/>
            <pc:sldMk cId="1032413365" sldId="470"/>
            <ac:spMk id="64" creationId="{DEF3F44E-308B-1784-9E7C-5967F450B530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6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08.666" v="5551" actId="571"/>
          <ac:spMkLst>
            <pc:docMk/>
            <pc:sldMk cId="1032413365" sldId="470"/>
            <ac:spMk id="68" creationId="{5C2D5E03-C261-521C-2CC5-5D70B132DBDD}"/>
          </ac:spMkLst>
        </pc:spChg>
        <pc:spChg chg="mod">
          <ac:chgData name="박 신영" userId="dc4b2b3c9ac3a666" providerId="LiveId" clId="{4AAAEB7C-E14D-4D96-8835-21457CE7D0A5}" dt="2022-08-25T16:01:00.435" v="5284" actId="14100"/>
          <ac:spMkLst>
            <pc:docMk/>
            <pc:sldMk cId="1032413365" sldId="470"/>
            <ac:spMk id="69" creationId="{00000000-0000-0000-0000-000000000000}"/>
          </ac:spMkLst>
        </pc:spChg>
        <pc:spChg chg="add mod">
          <ac:chgData name="박 신영" userId="dc4b2b3c9ac3a666" providerId="LiveId" clId="{4AAAEB7C-E14D-4D96-8835-21457CE7D0A5}" dt="2022-08-25T16:11:29.682" v="5563" actId="1076"/>
          <ac:spMkLst>
            <pc:docMk/>
            <pc:sldMk cId="1032413365" sldId="470"/>
            <ac:spMk id="70" creationId="{132B8A93-F357-2A4F-0BEC-2998F3644288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71" creationId="{00000000-0000-0000-0000-000000000000}"/>
          </ac:spMkLst>
        </pc:spChg>
        <pc:spChg chg="add 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72" creationId="{075DD09E-9CD3-B3AA-E985-132D94D0B4FE}"/>
          </ac:spMkLst>
        </pc:spChg>
        <pc:spChg chg="mod">
          <ac:chgData name="박 신영" userId="dc4b2b3c9ac3a666" providerId="LiveId" clId="{4AAAEB7C-E14D-4D96-8835-21457CE7D0A5}" dt="2022-08-25T16:01:12.873" v="5289" actId="1076"/>
          <ac:spMkLst>
            <pc:docMk/>
            <pc:sldMk cId="1032413365" sldId="470"/>
            <ac:spMk id="73" creationId="{00000000-0000-0000-0000-000000000000}"/>
          </ac:spMkLst>
        </pc:spChg>
        <pc:spChg chg="add 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75" creationId="{F0862483-527A-1E0C-5DB1-08C374AD1FF2}"/>
          </ac:spMkLst>
        </pc:spChg>
        <pc:spChg chg="add 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76" creationId="{006BBBE9-0FF4-D5A3-623E-9FDF21C8E849}"/>
          </ac:spMkLst>
        </pc:spChg>
        <pc:spChg chg="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78" creationId="{204EB052-EC40-B674-3D92-6EE755A30111}"/>
          </ac:spMkLst>
        </pc:spChg>
        <pc:spChg chg="mod">
          <ac:chgData name="박 신영" userId="dc4b2b3c9ac3a666" providerId="LiveId" clId="{4AAAEB7C-E14D-4D96-8835-21457CE7D0A5}" dt="2022-08-25T16:06:43.967" v="5495" actId="14100"/>
          <ac:spMkLst>
            <pc:docMk/>
            <pc:sldMk cId="1032413365" sldId="470"/>
            <ac:spMk id="7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3:21.938" v="5415" actId="1076"/>
          <ac:spMkLst>
            <pc:docMk/>
            <pc:sldMk cId="1032413365" sldId="470"/>
            <ac:spMk id="81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3:21.938" v="5415" actId="1076"/>
          <ac:spMkLst>
            <pc:docMk/>
            <pc:sldMk cId="1032413365" sldId="470"/>
            <ac:spMk id="8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8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84" creationId="{67DD0602-9709-D879-FE4A-15ED04F25A5B}"/>
          </ac:spMkLst>
        </pc:spChg>
        <pc:spChg chg="mod">
          <ac:chgData name="박 신영" userId="dc4b2b3c9ac3a666" providerId="LiveId" clId="{4AAAEB7C-E14D-4D96-8835-21457CE7D0A5}" dt="2022-08-25T16:03:21.938" v="5415" actId="1076"/>
          <ac:spMkLst>
            <pc:docMk/>
            <pc:sldMk cId="1032413365" sldId="470"/>
            <ac:spMk id="8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3:21.938" v="5415" actId="1076"/>
          <ac:spMkLst>
            <pc:docMk/>
            <pc:sldMk cId="1032413365" sldId="470"/>
            <ac:spMk id="86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8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3:21.938" v="5415" actId="1076"/>
          <ac:spMkLst>
            <pc:docMk/>
            <pc:sldMk cId="1032413365" sldId="470"/>
            <ac:spMk id="8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3:21.938" v="5415" actId="1076"/>
          <ac:spMkLst>
            <pc:docMk/>
            <pc:sldMk cId="1032413365" sldId="470"/>
            <ac:spMk id="8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90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04.889" v="5486" actId="1076"/>
          <ac:spMkLst>
            <pc:docMk/>
            <pc:sldMk cId="1032413365" sldId="470"/>
            <ac:spMk id="9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9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12.799" v="5487" actId="1076"/>
          <ac:spMkLst>
            <pc:docMk/>
            <pc:sldMk cId="1032413365" sldId="470"/>
            <ac:spMk id="94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17.286" v="5488" actId="1076"/>
          <ac:spMkLst>
            <pc:docMk/>
            <pc:sldMk cId="1032413365" sldId="470"/>
            <ac:spMk id="9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97" creationId="{BA29E751-714A-1607-5196-E6C473EC8B55}"/>
          </ac:spMkLst>
        </pc:spChg>
        <pc:spChg chg="add 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98" creationId="{6A08E4CE-2E68-48C0-635C-FD63CC03C646}"/>
          </ac:spMkLst>
        </pc:spChg>
        <pc:spChg chg="mod">
          <ac:chgData name="박 신영" userId="dc4b2b3c9ac3a666" providerId="LiveId" clId="{4AAAEB7C-E14D-4D96-8835-21457CE7D0A5}" dt="2022-08-25T16:10:27.129" v="5553" actId="14100"/>
          <ac:spMkLst>
            <pc:docMk/>
            <pc:sldMk cId="1032413365" sldId="470"/>
            <ac:spMk id="9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9:49.458" v="5549" actId="1076"/>
          <ac:spMkLst>
            <pc:docMk/>
            <pc:sldMk cId="1032413365" sldId="470"/>
            <ac:spMk id="101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9:49.458" v="5549" actId="1076"/>
          <ac:spMkLst>
            <pc:docMk/>
            <pc:sldMk cId="1032413365" sldId="470"/>
            <ac:spMk id="10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0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9:49.458" v="5549" actId="1076"/>
          <ac:spMkLst>
            <pc:docMk/>
            <pc:sldMk cId="1032413365" sldId="470"/>
            <ac:spMk id="10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9:49.458" v="5549" actId="1076"/>
          <ac:spMkLst>
            <pc:docMk/>
            <pc:sldMk cId="1032413365" sldId="470"/>
            <ac:spMk id="106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0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9:49.458" v="5549" actId="1076"/>
          <ac:spMkLst>
            <pc:docMk/>
            <pc:sldMk cId="1032413365" sldId="470"/>
            <ac:spMk id="10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9:49.458" v="5549" actId="1076"/>
          <ac:spMkLst>
            <pc:docMk/>
            <pc:sldMk cId="1032413365" sldId="470"/>
            <ac:spMk id="10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10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111" creationId="{589FBE22-3325-BE49-CC92-8A6612E5C041}"/>
          </ac:spMkLst>
        </pc:spChg>
        <pc:spChg chg="mod">
          <ac:chgData name="박 신영" userId="dc4b2b3c9ac3a666" providerId="LiveId" clId="{4AAAEB7C-E14D-4D96-8835-21457CE7D0A5}" dt="2022-08-25T16:10:39.441" v="5555" actId="14100"/>
          <ac:spMkLst>
            <pc:docMk/>
            <pc:sldMk cId="1032413365" sldId="470"/>
            <ac:spMk id="11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13" creationId="{00000000-0000-0000-0000-000000000000}"/>
          </ac:spMkLst>
        </pc:spChg>
        <pc:spChg chg="del mod">
          <ac:chgData name="박 신영" userId="dc4b2b3c9ac3a666" providerId="LiveId" clId="{4AAAEB7C-E14D-4D96-8835-21457CE7D0A5}" dt="2022-08-25T16:11:08.243" v="5560" actId="478"/>
          <ac:spMkLst>
            <pc:docMk/>
            <pc:sldMk cId="1032413365" sldId="470"/>
            <ac:spMk id="114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55.183" v="5558" actId="1076"/>
          <ac:spMkLst>
            <pc:docMk/>
            <pc:sldMk cId="1032413365" sldId="470"/>
            <ac:spMk id="11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117" creationId="{FE442945-E767-9ECA-6614-C9FD4E06ECFC}"/>
          </ac:spMkLst>
        </pc:spChg>
        <pc:spChg chg="mod">
          <ac:chgData name="박 신영" userId="dc4b2b3c9ac3a666" providerId="LiveId" clId="{4AAAEB7C-E14D-4D96-8835-21457CE7D0A5}" dt="2022-08-25T16:13:51.895" v="5617" actId="14100"/>
          <ac:spMkLst>
            <pc:docMk/>
            <pc:sldMk cId="1032413365" sldId="470"/>
            <ac:spMk id="11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0:41.148" v="5281" actId="1076"/>
          <ac:spMkLst>
            <pc:docMk/>
            <pc:sldMk cId="1032413365" sldId="470"/>
            <ac:spMk id="121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0:41.148" v="5281" actId="1076"/>
          <ac:spMkLst>
            <pc:docMk/>
            <pc:sldMk cId="1032413365" sldId="470"/>
            <ac:spMk id="12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2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124" creationId="{FDE17FF9-7E2F-6220-0D3B-15849889EF2A}"/>
          </ac:spMkLst>
        </pc:spChg>
        <pc:spChg chg="mod">
          <ac:chgData name="박 신영" userId="dc4b2b3c9ac3a666" providerId="LiveId" clId="{4AAAEB7C-E14D-4D96-8835-21457CE7D0A5}" dt="2022-08-25T16:00:41.148" v="5281" actId="1076"/>
          <ac:spMkLst>
            <pc:docMk/>
            <pc:sldMk cId="1032413365" sldId="470"/>
            <ac:spMk id="12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0:41.148" v="5281" actId="1076"/>
          <ac:spMkLst>
            <pc:docMk/>
            <pc:sldMk cId="1032413365" sldId="470"/>
            <ac:spMk id="126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2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0:41.148" v="5281" actId="1076"/>
          <ac:spMkLst>
            <pc:docMk/>
            <pc:sldMk cId="1032413365" sldId="470"/>
            <ac:spMk id="12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0:41.148" v="5281" actId="1076"/>
          <ac:spMkLst>
            <pc:docMk/>
            <pc:sldMk cId="1032413365" sldId="470"/>
            <ac:spMk id="12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30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131" creationId="{59A436BE-AD09-07A3-4DE2-723B7FD5FF3E}"/>
          </ac:spMkLst>
        </pc:spChg>
        <pc:spChg chg="mod">
          <ac:chgData name="박 신영" userId="dc4b2b3c9ac3a666" providerId="LiveId" clId="{4AAAEB7C-E14D-4D96-8835-21457CE7D0A5}" dt="2022-08-25T16:13:30.280" v="5612" actId="14100"/>
          <ac:spMkLst>
            <pc:docMk/>
            <pc:sldMk cId="1032413365" sldId="470"/>
            <ac:spMk id="13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3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2.861" v="5615" actId="1076"/>
          <ac:spMkLst>
            <pc:docMk/>
            <pc:sldMk cId="1032413365" sldId="470"/>
            <ac:spMk id="134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32.987" v="5613" actId="1076"/>
          <ac:spMkLst>
            <pc:docMk/>
            <pc:sldMk cId="1032413365" sldId="470"/>
            <ac:spMk id="13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03.422" v="5609" actId="571"/>
          <ac:spMkLst>
            <pc:docMk/>
            <pc:sldMk cId="1032413365" sldId="470"/>
            <ac:spMk id="137" creationId="{24C19CCB-90A4-7499-9CC6-1F574E4DE229}"/>
          </ac:spMkLst>
        </pc:spChg>
        <pc:spChg chg="add 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138" creationId="{A44C81B8-7D8D-68E9-D5D2-ED4FFB9A2DE2}"/>
          </ac:spMkLst>
        </pc:spChg>
        <pc:spChg chg="add 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139" creationId="{1020A6EC-DCE5-4A35-3FD2-7549C4AF4E60}"/>
          </ac:spMkLst>
        </pc:spChg>
        <pc:spChg chg="add 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140" creationId="{E7FC585A-F004-3A42-CFE0-B990C4350FA1}"/>
          </ac:spMkLst>
        </pc:spChg>
        <pc:spChg chg="mod">
          <ac:chgData name="박 신영" userId="dc4b2b3c9ac3a666" providerId="LiveId" clId="{4AAAEB7C-E14D-4D96-8835-21457CE7D0A5}" dt="2022-08-25T16:06:49.231" v="5496" actId="1076"/>
          <ac:spMkLst>
            <pc:docMk/>
            <pc:sldMk cId="1032413365" sldId="470"/>
            <ac:spMk id="141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49.231" v="5496" actId="1076"/>
          <ac:spMkLst>
            <pc:docMk/>
            <pc:sldMk cId="1032413365" sldId="470"/>
            <ac:spMk id="14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32.305" v="5554" actId="1076"/>
          <ac:spMkLst>
            <pc:docMk/>
            <pc:sldMk cId="1032413365" sldId="470"/>
            <ac:spMk id="14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32.305" v="5554" actId="1076"/>
          <ac:spMkLst>
            <pc:docMk/>
            <pc:sldMk cId="1032413365" sldId="470"/>
            <ac:spMk id="14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58.892" v="5618" actId="1076"/>
          <ac:spMkLst>
            <pc:docMk/>
            <pc:sldMk cId="1032413365" sldId="470"/>
            <ac:spMk id="146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58.892" v="5618" actId="1076"/>
          <ac:spMkLst>
            <pc:docMk/>
            <pc:sldMk cId="1032413365" sldId="470"/>
            <ac:spMk id="14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12.799" v="5487" actId="1076"/>
          <ac:spMkLst>
            <pc:docMk/>
            <pc:sldMk cId="1032413365" sldId="470"/>
            <ac:spMk id="14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12.799" v="5487" actId="1076"/>
          <ac:spMkLst>
            <pc:docMk/>
            <pc:sldMk cId="1032413365" sldId="470"/>
            <ac:spMk id="151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153" creationId="{78CF010D-8E1A-9072-B4A6-9A5229E23A4C}"/>
          </ac:spMkLst>
        </pc:spChg>
        <pc:spChg chg="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154" creationId="{7313DB89-36E4-7DFE-41EA-3A502E0A8FE0}"/>
          </ac:spMkLst>
        </pc:spChg>
        <pc:spChg chg="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156" creationId="{FEED2010-557C-D4FB-83F1-78417BBD1975}"/>
          </ac:spMkLst>
        </pc:spChg>
        <pc:spChg chg="mod">
          <ac:chgData name="박 신영" userId="dc4b2b3c9ac3a666" providerId="LiveId" clId="{4AAAEB7C-E14D-4D96-8835-21457CE7D0A5}" dt="2022-08-25T16:11:04.831" v="5559" actId="1076"/>
          <ac:spMkLst>
            <pc:docMk/>
            <pc:sldMk cId="1032413365" sldId="470"/>
            <ac:spMk id="15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1:04.831" v="5559" actId="1076"/>
          <ac:spMkLst>
            <pc:docMk/>
            <pc:sldMk cId="1032413365" sldId="470"/>
            <ac:spMk id="15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1:04.831" v="5559" actId="1076"/>
          <ac:spMkLst>
            <pc:docMk/>
            <pc:sldMk cId="1032413365" sldId="470"/>
            <ac:spMk id="160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2.861" v="5615" actId="1076"/>
          <ac:spMkLst>
            <pc:docMk/>
            <pc:sldMk cId="1032413365" sldId="470"/>
            <ac:spMk id="161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2.861" v="5615" actId="1076"/>
          <ac:spMkLst>
            <pc:docMk/>
            <pc:sldMk cId="1032413365" sldId="470"/>
            <ac:spMk id="16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2.861" v="5615" actId="1076"/>
          <ac:spMkLst>
            <pc:docMk/>
            <pc:sldMk cId="1032413365" sldId="470"/>
            <ac:spMk id="16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2.861" v="5615" actId="1076"/>
          <ac:spMkLst>
            <pc:docMk/>
            <pc:sldMk cId="1032413365" sldId="470"/>
            <ac:spMk id="165" creationId="{00000000-0000-0000-0000-000000000000}"/>
          </ac:spMkLst>
        </pc:spChg>
        <pc:spChg chg="add 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166" creationId="{D788866D-F7AB-2483-F110-3CE3A56A529D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16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16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16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170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17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17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174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17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76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7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7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7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180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181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18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1:31.842" v="5292" actId="1076"/>
          <ac:spMkLst>
            <pc:docMk/>
            <pc:sldMk cId="1032413365" sldId="470"/>
            <ac:spMk id="18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184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18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186" creationId="{00000000-0000-0000-0000-000000000000}"/>
          </ac:spMkLst>
        </pc:spChg>
        <pc:spChg chg="mod">
          <ac:chgData name="박 신영" userId="dc4b2b3c9ac3a666" providerId="LiveId" clId="{4AAAEB7C-E14D-4D96-8835-21457CE7D0A5}" dt="2022-08-25T16:06:36.472" v="5492" actId="1076"/>
          <ac:spMkLst>
            <pc:docMk/>
            <pc:sldMk cId="1032413365" sldId="470"/>
            <ac:spMk id="18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8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89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90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0:16.839" v="5552" actId="1076"/>
          <ac:spMkLst>
            <pc:docMk/>
            <pc:sldMk cId="1032413365" sldId="470"/>
            <ac:spMk id="191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92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93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94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95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96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9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98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49.225" v="5616" actId="1076"/>
          <ac:spMkLst>
            <pc:docMk/>
            <pc:sldMk cId="1032413365" sldId="470"/>
            <ac:spMk id="199" creationId="{00000000-0000-0000-0000-000000000000}"/>
          </ac:spMkLst>
        </pc:spChg>
        <pc:spChg chg="mod">
          <ac:chgData name="박 신영" userId="dc4b2b3c9ac3a666" providerId="LiveId" clId="{4AAAEB7C-E14D-4D96-8835-21457CE7D0A5}" dt="2022-08-25T09:56:01.332" v="942" actId="164"/>
          <ac:spMkLst>
            <pc:docMk/>
            <pc:sldMk cId="1032413365" sldId="470"/>
            <ac:spMk id="201" creationId="{00000000-0000-0000-0000-000000000000}"/>
          </ac:spMkLst>
        </pc:spChg>
        <pc:spChg chg="mod">
          <ac:chgData name="박 신영" userId="dc4b2b3c9ac3a666" providerId="LiveId" clId="{4AAAEB7C-E14D-4D96-8835-21457CE7D0A5}" dt="2022-08-25T09:56:01.332" v="942" actId="164"/>
          <ac:spMkLst>
            <pc:docMk/>
            <pc:sldMk cId="1032413365" sldId="470"/>
            <ac:spMk id="202" creationId="{00000000-0000-0000-0000-000000000000}"/>
          </ac:spMkLst>
        </pc:spChg>
        <pc:spChg chg="mod">
          <ac:chgData name="박 신영" userId="dc4b2b3c9ac3a666" providerId="LiveId" clId="{4AAAEB7C-E14D-4D96-8835-21457CE7D0A5}" dt="2022-08-25T09:56:01.332" v="942" actId="164"/>
          <ac:spMkLst>
            <pc:docMk/>
            <pc:sldMk cId="1032413365" sldId="470"/>
            <ac:spMk id="203" creationId="{00000000-0000-0000-0000-000000000000}"/>
          </ac:spMkLst>
        </pc:spChg>
        <pc:spChg chg="mod">
          <ac:chgData name="박 신영" userId="dc4b2b3c9ac3a666" providerId="LiveId" clId="{4AAAEB7C-E14D-4D96-8835-21457CE7D0A5}" dt="2022-08-25T14:18:14.441" v="4715" actId="1076"/>
          <ac:spMkLst>
            <pc:docMk/>
            <pc:sldMk cId="1032413365" sldId="470"/>
            <ac:spMk id="204" creationId="{00000000-0000-0000-0000-000000000000}"/>
          </ac:spMkLst>
        </pc:spChg>
        <pc:spChg chg="mod">
          <ac:chgData name="박 신영" userId="dc4b2b3c9ac3a666" providerId="LiveId" clId="{4AAAEB7C-E14D-4D96-8835-21457CE7D0A5}" dt="2022-08-25T14:18:14.441" v="4715" actId="1076"/>
          <ac:spMkLst>
            <pc:docMk/>
            <pc:sldMk cId="1032413365" sldId="470"/>
            <ac:spMk id="205" creationId="{00000000-0000-0000-0000-000000000000}"/>
          </ac:spMkLst>
        </pc:spChg>
        <pc:spChg chg="mod">
          <ac:chgData name="박 신영" userId="dc4b2b3c9ac3a666" providerId="LiveId" clId="{4AAAEB7C-E14D-4D96-8835-21457CE7D0A5}" dt="2022-08-25T14:18:14.441" v="4715" actId="1076"/>
          <ac:spMkLst>
            <pc:docMk/>
            <pc:sldMk cId="1032413365" sldId="470"/>
            <ac:spMk id="206" creationId="{00000000-0000-0000-0000-000000000000}"/>
          </ac:spMkLst>
        </pc:spChg>
        <pc:spChg chg="mod">
          <ac:chgData name="박 신영" userId="dc4b2b3c9ac3a666" providerId="LiveId" clId="{4AAAEB7C-E14D-4D96-8835-21457CE7D0A5}" dt="2022-08-25T14:18:14.441" v="4715" actId="1076"/>
          <ac:spMkLst>
            <pc:docMk/>
            <pc:sldMk cId="1032413365" sldId="470"/>
            <ac:spMk id="207" creationId="{00000000-0000-0000-0000-000000000000}"/>
          </ac:spMkLst>
        </pc:spChg>
        <pc:spChg chg="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208" creationId="{8D1B1A78-92AC-8E0B-3CAE-91E059689682}"/>
          </ac:spMkLst>
        </pc:spChg>
        <pc:spChg chg="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209" creationId="{10028277-D90F-F9D1-921A-AC6A4A660CD2}"/>
          </ac:spMkLst>
        </pc:spChg>
        <pc:spChg chg="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211" creationId="{990BBE33-D679-C0C0-CE49-0F6C66C18ADB}"/>
          </ac:spMkLst>
        </pc:spChg>
        <pc:spChg chg="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212" creationId="{8F27C6FE-AAD4-A87D-4473-EF2393595743}"/>
          </ac:spMkLst>
        </pc:spChg>
        <pc:spChg chg="mod">
          <ac:chgData name="박 신영" userId="dc4b2b3c9ac3a666" providerId="LiveId" clId="{4AAAEB7C-E14D-4D96-8835-21457CE7D0A5}" dt="2022-08-25T16:13:24.901" v="5611" actId="571"/>
          <ac:spMkLst>
            <pc:docMk/>
            <pc:sldMk cId="1032413365" sldId="470"/>
            <ac:spMk id="213" creationId="{4832A8A6-E189-DC60-8771-5EFDBD09246A}"/>
          </ac:spMkLst>
        </pc:spChg>
        <pc:grpChg chg="add mod">
          <ac:chgData name="박 신영" userId="dc4b2b3c9ac3a666" providerId="LiveId" clId="{4AAAEB7C-E14D-4D96-8835-21457CE7D0A5}" dt="2022-08-25T16:00:41.148" v="5281" actId="1076"/>
          <ac:grpSpMkLst>
            <pc:docMk/>
            <pc:sldMk cId="1032413365" sldId="470"/>
            <ac:grpSpMk id="14" creationId="{CF766FAF-BB78-8DBD-C8D8-0F65BC1D0750}"/>
          </ac:grpSpMkLst>
        </pc:grpChg>
        <pc:grpChg chg="add del mod">
          <ac:chgData name="박 신영" userId="dc4b2b3c9ac3a666" providerId="LiveId" clId="{4AAAEB7C-E14D-4D96-8835-21457CE7D0A5}" dt="2022-08-25T09:56:05.128" v="944" actId="21"/>
          <ac:grpSpMkLst>
            <pc:docMk/>
            <pc:sldMk cId="1032413365" sldId="470"/>
            <ac:grpSpMk id="15" creationId="{B287A705-829A-72A1-4954-B8A72E8211AC}"/>
          </ac:grpSpMkLst>
        </pc:grpChg>
        <pc:grpChg chg="add mod">
          <ac:chgData name="박 신영" userId="dc4b2b3c9ac3a666" providerId="LiveId" clId="{4AAAEB7C-E14D-4D96-8835-21457CE7D0A5}" dt="2022-08-25T16:05:53.492" v="5483" actId="1076"/>
          <ac:grpSpMkLst>
            <pc:docMk/>
            <pc:sldMk cId="1032413365" sldId="470"/>
            <ac:grpSpMk id="30" creationId="{1932526A-C147-1CA1-71F1-9EDA3632E89F}"/>
          </ac:grpSpMkLst>
        </pc:grpChg>
        <pc:grpChg chg="add mod">
          <ac:chgData name="박 신영" userId="dc4b2b3c9ac3a666" providerId="LiveId" clId="{4AAAEB7C-E14D-4D96-8835-21457CE7D0A5}" dt="2022-08-25T16:08:43.834" v="5524" actId="1076"/>
          <ac:grpSpMkLst>
            <pc:docMk/>
            <pc:sldMk cId="1032413365" sldId="470"/>
            <ac:grpSpMk id="35" creationId="{5DF50A83-FCF5-4376-B717-B4491136DAEA}"/>
          </ac:grpSpMkLst>
        </pc:grpChg>
        <pc:grpChg chg="add mod">
          <ac:chgData name="박 신영" userId="dc4b2b3c9ac3a666" providerId="LiveId" clId="{4AAAEB7C-E14D-4D96-8835-21457CE7D0A5}" dt="2022-08-25T16:09:16.702" v="5530" actId="571"/>
          <ac:grpSpMkLst>
            <pc:docMk/>
            <pc:sldMk cId="1032413365" sldId="470"/>
            <ac:grpSpMk id="36" creationId="{D3A768BF-316F-990B-96C4-C6D1A5B0E7BB}"/>
          </ac:grpSpMkLst>
        </pc:grpChg>
        <pc:grpChg chg="add mod">
          <ac:chgData name="박 신영" userId="dc4b2b3c9ac3a666" providerId="LiveId" clId="{4AAAEB7C-E14D-4D96-8835-21457CE7D0A5}" dt="2022-08-25T16:10:08.666" v="5551" actId="571"/>
          <ac:grpSpMkLst>
            <pc:docMk/>
            <pc:sldMk cId="1032413365" sldId="470"/>
            <ac:grpSpMk id="45" creationId="{B2E9FD2A-A38B-A3FD-40A3-472CC3A8FA80}"/>
          </ac:grpSpMkLst>
        </pc:grpChg>
        <pc:grpChg chg="add del mod">
          <ac:chgData name="박 신영" userId="dc4b2b3c9ac3a666" providerId="LiveId" clId="{4AAAEB7C-E14D-4D96-8835-21457CE7D0A5}" dt="2022-08-25T16:11:16.527" v="5561" actId="165"/>
          <ac:grpSpMkLst>
            <pc:docMk/>
            <pc:sldMk cId="1032413365" sldId="470"/>
            <ac:grpSpMk id="51" creationId="{DABB0465-D7BB-E0F6-91D7-2F5F6EBF7A35}"/>
          </ac:grpSpMkLst>
        </pc:grpChg>
        <pc:grpChg chg="add mod">
          <ac:chgData name="박 신영" userId="dc4b2b3c9ac3a666" providerId="LiveId" clId="{4AAAEB7C-E14D-4D96-8835-21457CE7D0A5}" dt="2022-08-25T16:10:08.666" v="5551" actId="571"/>
          <ac:grpSpMkLst>
            <pc:docMk/>
            <pc:sldMk cId="1032413365" sldId="470"/>
            <ac:grpSpMk id="54" creationId="{9DA27905-1EF2-EEAC-A765-1FE2AB67B9A9}"/>
          </ac:grpSpMkLst>
        </pc:grpChg>
        <pc:grpChg chg="add mod">
          <ac:chgData name="박 신영" userId="dc4b2b3c9ac3a666" providerId="LiveId" clId="{4AAAEB7C-E14D-4D96-8835-21457CE7D0A5}" dt="2022-08-25T16:13:03.422" v="5609" actId="571"/>
          <ac:grpSpMkLst>
            <pc:docMk/>
            <pc:sldMk cId="1032413365" sldId="470"/>
            <ac:grpSpMk id="77" creationId="{F0C418CD-C79D-0079-F927-908B2E00890F}"/>
          </ac:grpSpMkLst>
        </pc:grpChg>
        <pc:grpChg chg="add mod">
          <ac:chgData name="박 신영" userId="dc4b2b3c9ac3a666" providerId="LiveId" clId="{4AAAEB7C-E14D-4D96-8835-21457CE7D0A5}" dt="2022-08-25T16:13:03.422" v="5609" actId="571"/>
          <ac:grpSpMkLst>
            <pc:docMk/>
            <pc:sldMk cId="1032413365" sldId="470"/>
            <ac:grpSpMk id="104" creationId="{D8346773-6FDD-C6CA-7831-9B81E7C70E3A}"/>
          </ac:grpSpMkLst>
        </pc:grpChg>
        <pc:grpChg chg="add mod">
          <ac:chgData name="박 신영" userId="dc4b2b3c9ac3a666" providerId="LiveId" clId="{4AAAEB7C-E14D-4D96-8835-21457CE7D0A5}" dt="2022-08-25T16:13:03.422" v="5609" actId="571"/>
          <ac:grpSpMkLst>
            <pc:docMk/>
            <pc:sldMk cId="1032413365" sldId="470"/>
            <ac:grpSpMk id="118" creationId="{B6C17991-5648-DABF-780A-E4DD88D28F99}"/>
          </ac:grpSpMkLst>
        </pc:grpChg>
        <pc:grpChg chg="add mod">
          <ac:chgData name="박 신영" userId="dc4b2b3c9ac3a666" providerId="LiveId" clId="{4AAAEB7C-E14D-4D96-8835-21457CE7D0A5}" dt="2022-08-25T16:13:24.901" v="5611" actId="571"/>
          <ac:grpSpMkLst>
            <pc:docMk/>
            <pc:sldMk cId="1032413365" sldId="470"/>
            <ac:grpSpMk id="152" creationId="{399E3E64-AC8D-DE9C-8970-021C3652B2AC}"/>
          </ac:grpSpMkLst>
        </pc:grpChg>
        <pc:grpChg chg="add mod">
          <ac:chgData name="박 신영" userId="dc4b2b3c9ac3a666" providerId="LiveId" clId="{4AAAEB7C-E14D-4D96-8835-21457CE7D0A5}" dt="2022-08-25T16:13:24.901" v="5611" actId="571"/>
          <ac:grpSpMkLst>
            <pc:docMk/>
            <pc:sldMk cId="1032413365" sldId="470"/>
            <ac:grpSpMk id="200" creationId="{ADE17828-8183-FEB0-6BC8-D9BCCE22F8FB}"/>
          </ac:grpSpMkLst>
        </pc:grpChg>
        <pc:grpChg chg="add mod">
          <ac:chgData name="박 신영" userId="dc4b2b3c9ac3a666" providerId="LiveId" clId="{4AAAEB7C-E14D-4D96-8835-21457CE7D0A5}" dt="2022-08-25T16:13:24.901" v="5611" actId="571"/>
          <ac:grpSpMkLst>
            <pc:docMk/>
            <pc:sldMk cId="1032413365" sldId="470"/>
            <ac:grpSpMk id="210" creationId="{A95A5938-0EA6-2530-3B27-2EDA2DD8B819}"/>
          </ac:grpSpMkLst>
        </pc:grpChg>
        <pc:cxnChg chg="mod">
          <ac:chgData name="박 신영" userId="dc4b2b3c9ac3a666" providerId="LiveId" clId="{4AAAEB7C-E14D-4D96-8835-21457CE7D0A5}" dt="2022-08-25T16:01:42.301" v="5294" actId="1076"/>
          <ac:cxnSpMkLst>
            <pc:docMk/>
            <pc:sldMk cId="1032413365" sldId="470"/>
            <ac:cxnSpMk id="8" creationId="{00000000-0000-0000-0000-000000000000}"/>
          </ac:cxnSpMkLst>
        </pc:cxnChg>
        <pc:cxnChg chg="add mod">
          <ac:chgData name="박 신영" userId="dc4b2b3c9ac3a666" providerId="LiveId" clId="{4AAAEB7C-E14D-4D96-8835-21457CE7D0A5}" dt="2022-08-25T16:04:10.255" v="5422" actId="1582"/>
          <ac:cxnSpMkLst>
            <pc:docMk/>
            <pc:sldMk cId="1032413365" sldId="470"/>
            <ac:cxnSpMk id="20" creationId="{B1B55EAE-9C9C-610F-1514-7E46FA8355DB}"/>
          </ac:cxnSpMkLst>
        </pc:cxnChg>
        <pc:cxnChg chg="add mod">
          <ac:chgData name="박 신영" userId="dc4b2b3c9ac3a666" providerId="LiveId" clId="{4AAAEB7C-E14D-4D96-8835-21457CE7D0A5}" dt="2022-08-25T16:05:35.453" v="5479" actId="164"/>
          <ac:cxnSpMkLst>
            <pc:docMk/>
            <pc:sldMk cId="1032413365" sldId="470"/>
            <ac:cxnSpMk id="28" creationId="{40A31F59-D5C4-5FEF-8344-F14C2E95CEE9}"/>
          </ac:cxnSpMkLst>
        </pc:cxnChg>
        <pc:cxnChg chg="add mod">
          <ac:chgData name="박 신영" userId="dc4b2b3c9ac3a666" providerId="LiveId" clId="{4AAAEB7C-E14D-4D96-8835-21457CE7D0A5}" dt="2022-08-25T16:06:21.425" v="5489" actId="571"/>
          <ac:cxnSpMkLst>
            <pc:docMk/>
            <pc:sldMk cId="1032413365" sldId="470"/>
            <ac:cxnSpMk id="31" creationId="{7E0C71E5-46BF-EC18-180A-2DB084BE9C78}"/>
          </ac:cxnSpMkLst>
        </pc:cxnChg>
        <pc:cxnChg chg="del mod">
          <ac:chgData name="박 신영" userId="dc4b2b3c9ac3a666" providerId="LiveId" clId="{4AAAEB7C-E14D-4D96-8835-21457CE7D0A5}" dt="2022-08-25T16:09:31.013" v="5547" actId="478"/>
          <ac:cxnSpMkLst>
            <pc:docMk/>
            <pc:sldMk cId="1032413365" sldId="470"/>
            <ac:cxnSpMk id="40" creationId="{45A60510-F973-9D0B-02C7-F7690AF1EA78}"/>
          </ac:cxnSpMkLst>
        </pc:cxnChg>
        <pc:cxnChg chg="mod">
          <ac:chgData name="박 신영" userId="dc4b2b3c9ac3a666" providerId="LiveId" clId="{4AAAEB7C-E14D-4D96-8835-21457CE7D0A5}" dt="2022-08-25T16:10:08.666" v="5551" actId="571"/>
          <ac:cxnSpMkLst>
            <pc:docMk/>
            <pc:sldMk cId="1032413365" sldId="470"/>
            <ac:cxnSpMk id="48" creationId="{BBFD0B86-2B55-01E2-E9A9-4EAE7AAFFE0F}"/>
          </ac:cxnSpMkLst>
        </pc:cxnChg>
        <pc:cxnChg chg="mod">
          <ac:chgData name="박 신영" userId="dc4b2b3c9ac3a666" providerId="LiveId" clId="{4AAAEB7C-E14D-4D96-8835-21457CE7D0A5}" dt="2022-08-25T16:01:14.813" v="5290" actId="1076"/>
          <ac:cxnSpMkLst>
            <pc:docMk/>
            <pc:sldMk cId="1032413365" sldId="470"/>
            <ac:cxnSpMk id="74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06:49.231" v="5496" actId="1076"/>
          <ac:cxnSpMkLst>
            <pc:docMk/>
            <pc:sldMk cId="1032413365" sldId="470"/>
            <ac:cxnSpMk id="80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13:03.422" v="5609" actId="571"/>
          <ac:cxnSpMkLst>
            <pc:docMk/>
            <pc:sldMk cId="1032413365" sldId="470"/>
            <ac:cxnSpMk id="91" creationId="{7C4E6A89-BB65-EBD2-ACDC-71C400EDAE94}"/>
          </ac:cxnSpMkLst>
        </pc:cxnChg>
        <pc:cxnChg chg="del mod">
          <ac:chgData name="박 신영" userId="dc4b2b3c9ac3a666" providerId="LiveId" clId="{4AAAEB7C-E14D-4D96-8835-21457CE7D0A5}" dt="2022-08-25T16:06:24.674" v="5490" actId="478"/>
          <ac:cxnSpMkLst>
            <pc:docMk/>
            <pc:sldMk cId="1032413365" sldId="470"/>
            <ac:cxnSpMk id="96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10:32.305" v="5554" actId="1076"/>
          <ac:cxnSpMkLst>
            <pc:docMk/>
            <pc:sldMk cId="1032413365" sldId="470"/>
            <ac:cxnSpMk id="100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10:55.183" v="5558" actId="1076"/>
          <ac:cxnSpMkLst>
            <pc:docMk/>
            <pc:sldMk cId="1032413365" sldId="470"/>
            <ac:cxnSpMk id="116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13:58.892" v="5618" actId="1076"/>
          <ac:cxnSpMkLst>
            <pc:docMk/>
            <pc:sldMk cId="1032413365" sldId="470"/>
            <ac:cxnSpMk id="120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13:49.225" v="5616" actId="1076"/>
          <ac:cxnSpMkLst>
            <pc:docMk/>
            <pc:sldMk cId="1032413365" sldId="470"/>
            <ac:cxnSpMk id="136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10:32.305" v="5554" actId="1076"/>
          <ac:cxnSpMkLst>
            <pc:docMk/>
            <pc:sldMk cId="1032413365" sldId="470"/>
            <ac:cxnSpMk id="144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13:58.892" v="5618" actId="1076"/>
          <ac:cxnSpMkLst>
            <pc:docMk/>
            <pc:sldMk cId="1032413365" sldId="470"/>
            <ac:cxnSpMk id="147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06:12.799" v="5487" actId="1076"/>
          <ac:cxnSpMkLst>
            <pc:docMk/>
            <pc:sldMk cId="1032413365" sldId="470"/>
            <ac:cxnSpMk id="150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13:24.901" v="5611" actId="571"/>
          <ac:cxnSpMkLst>
            <pc:docMk/>
            <pc:sldMk cId="1032413365" sldId="470"/>
            <ac:cxnSpMk id="155" creationId="{D354C20A-4BAC-80DA-E0CA-723BFED6BBA3}"/>
          </ac:cxnSpMkLst>
        </pc:cxnChg>
        <pc:cxnChg chg="mod">
          <ac:chgData name="박 신영" userId="dc4b2b3c9ac3a666" providerId="LiveId" clId="{4AAAEB7C-E14D-4D96-8835-21457CE7D0A5}" dt="2022-08-25T16:11:04.831" v="5559" actId="1076"/>
          <ac:cxnSpMkLst>
            <pc:docMk/>
            <pc:sldMk cId="1032413365" sldId="470"/>
            <ac:cxnSpMk id="159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13:42.861" v="5615" actId="1076"/>
          <ac:cxnSpMkLst>
            <pc:docMk/>
            <pc:sldMk cId="1032413365" sldId="470"/>
            <ac:cxnSpMk id="164" creationId="{00000000-0000-0000-0000-000000000000}"/>
          </ac:cxnSpMkLst>
        </pc:cxnChg>
        <pc:cxnChg chg="mod">
          <ac:chgData name="박 신영" userId="dc4b2b3c9ac3a666" providerId="LiveId" clId="{4AAAEB7C-E14D-4D96-8835-21457CE7D0A5}" dt="2022-08-25T16:01:31.842" v="5292" actId="1076"/>
          <ac:cxnSpMkLst>
            <pc:docMk/>
            <pc:sldMk cId="1032413365" sldId="470"/>
            <ac:cxnSpMk id="171" creationId="{00000000-0000-0000-0000-000000000000}"/>
          </ac:cxnSpMkLst>
        </pc:cxnChg>
        <pc:cxnChg chg="add mod">
          <ac:chgData name="박 신영" userId="dc4b2b3c9ac3a666" providerId="LiveId" clId="{4AAAEB7C-E14D-4D96-8835-21457CE7D0A5}" dt="2022-08-25T16:13:37.292" v="5614" actId="571"/>
          <ac:cxnSpMkLst>
            <pc:docMk/>
            <pc:sldMk cId="1032413365" sldId="470"/>
            <ac:cxnSpMk id="214" creationId="{DDE8CF75-6FA1-10C6-9DEF-2A1F4FCE6CF9}"/>
          </ac:cxnSpMkLst>
        </pc:cxnChg>
      </pc:sldChg>
      <pc:sldChg chg="addSp delSp modSp mod modClrScheme chgLayout">
        <pc:chgData name="박 신영" userId="dc4b2b3c9ac3a666" providerId="LiveId" clId="{4AAAEB7C-E14D-4D96-8835-21457CE7D0A5}" dt="2022-08-25T13:13:03.627" v="3278"/>
        <pc:sldMkLst>
          <pc:docMk/>
          <pc:sldMk cId="1381465243" sldId="471"/>
        </pc:sldMkLst>
        <pc:spChg chg="mod">
          <ac:chgData name="박 신영" userId="dc4b2b3c9ac3a666" providerId="LiveId" clId="{4AAAEB7C-E14D-4D96-8835-21457CE7D0A5}" dt="2022-08-25T09:31:40.461" v="217"/>
          <ac:spMkLst>
            <pc:docMk/>
            <pc:sldMk cId="1381465243" sldId="471"/>
            <ac:spMk id="2" creationId="{74834146-0F05-4F81-BC7A-7F8FCCEF6DA8}"/>
          </ac:spMkLst>
        </pc:spChg>
        <pc:spChg chg="mod">
          <ac:chgData name="박 신영" userId="dc4b2b3c9ac3a666" providerId="LiveId" clId="{4AAAEB7C-E14D-4D96-8835-21457CE7D0A5}" dt="2022-08-25T09:31:32.848" v="176"/>
          <ac:spMkLst>
            <pc:docMk/>
            <pc:sldMk cId="1381465243" sldId="471"/>
            <ac:spMk id="3" creationId="{74834146-0F05-4F81-BC7A-7F8FCCEF6DA8}"/>
          </ac:spMkLst>
        </pc:spChg>
        <pc:spChg chg="add mod">
          <ac:chgData name="박 신영" userId="dc4b2b3c9ac3a666" providerId="LiveId" clId="{4AAAEB7C-E14D-4D96-8835-21457CE7D0A5}" dt="2022-08-25T09:31:48.279" v="253"/>
          <ac:spMkLst>
            <pc:docMk/>
            <pc:sldMk cId="1381465243" sldId="471"/>
            <ac:spMk id="4" creationId="{6EFD34B7-54BA-DD2B-E572-19EC65B5835F}"/>
          </ac:spMkLst>
        </pc:spChg>
        <pc:spChg chg="add mod">
          <ac:chgData name="박 신영" userId="dc4b2b3c9ac3a666" providerId="LiveId" clId="{4AAAEB7C-E14D-4D96-8835-21457CE7D0A5}" dt="2022-08-25T09:37:47.490" v="265"/>
          <ac:spMkLst>
            <pc:docMk/>
            <pc:sldMk cId="1381465243" sldId="471"/>
            <ac:spMk id="6" creationId="{81909F60-4294-F685-175B-169ADD5C181D}"/>
          </ac:spMkLst>
        </pc:spChg>
        <pc:spChg chg="add mod">
          <ac:chgData name="박 신영" userId="dc4b2b3c9ac3a666" providerId="LiveId" clId="{4AAAEB7C-E14D-4D96-8835-21457CE7D0A5}" dt="2022-08-25T09:38:25.409" v="273" actId="20577"/>
          <ac:spMkLst>
            <pc:docMk/>
            <pc:sldMk cId="1381465243" sldId="471"/>
            <ac:spMk id="8" creationId="{9CF80BA1-D00B-D6A5-F6A6-91563DD52B42}"/>
          </ac:spMkLst>
        </pc:spChg>
        <pc:spChg chg="add mod">
          <ac:chgData name="박 신영" userId="dc4b2b3c9ac3a666" providerId="LiveId" clId="{4AAAEB7C-E14D-4D96-8835-21457CE7D0A5}" dt="2022-08-25T09:39:08.634" v="310" actId="20577"/>
          <ac:spMkLst>
            <pc:docMk/>
            <pc:sldMk cId="1381465243" sldId="471"/>
            <ac:spMk id="9" creationId="{A93A25C3-E019-3051-C585-1914C7655600}"/>
          </ac:spMkLst>
        </pc:spChg>
        <pc:spChg chg="add del mod">
          <ac:chgData name="박 신영" userId="dc4b2b3c9ac3a666" providerId="LiveId" clId="{4AAAEB7C-E14D-4D96-8835-21457CE7D0A5}" dt="2022-08-25T09:39:40.015" v="312" actId="478"/>
          <ac:spMkLst>
            <pc:docMk/>
            <pc:sldMk cId="1381465243" sldId="471"/>
            <ac:spMk id="10" creationId="{FDB3B0E3-EB86-D3C8-535A-5FEE5CA1382E}"/>
          </ac:spMkLst>
        </pc:spChg>
        <pc:spChg chg="add del mod">
          <ac:chgData name="박 신영" userId="dc4b2b3c9ac3a666" providerId="LiveId" clId="{4AAAEB7C-E14D-4D96-8835-21457CE7D0A5}" dt="2022-08-25T09:39:40.015" v="312" actId="478"/>
          <ac:spMkLst>
            <pc:docMk/>
            <pc:sldMk cId="1381465243" sldId="471"/>
            <ac:spMk id="11" creationId="{7026B164-F4F4-B27B-D7F4-DF66F1952E7E}"/>
          </ac:spMkLst>
        </pc:spChg>
        <pc:spChg chg="add mod">
          <ac:chgData name="박 신영" userId="dc4b2b3c9ac3a666" providerId="LiveId" clId="{4AAAEB7C-E14D-4D96-8835-21457CE7D0A5}" dt="2022-08-25T09:44:29.015" v="469" actId="1076"/>
          <ac:spMkLst>
            <pc:docMk/>
            <pc:sldMk cId="1381465243" sldId="471"/>
            <ac:spMk id="12" creationId="{BE9E706B-D42F-92C8-4AE5-7D8BEC1612E6}"/>
          </ac:spMkLst>
        </pc:spChg>
        <pc:spChg chg="add mod">
          <ac:chgData name="박 신영" userId="dc4b2b3c9ac3a666" providerId="LiveId" clId="{4AAAEB7C-E14D-4D96-8835-21457CE7D0A5}" dt="2022-08-25T09:40:01.348" v="316" actId="571"/>
          <ac:spMkLst>
            <pc:docMk/>
            <pc:sldMk cId="1381465243" sldId="471"/>
            <ac:spMk id="13" creationId="{0EC8FF9E-1795-1CC4-BDD3-3FBF05276098}"/>
          </ac:spMkLst>
        </pc:spChg>
        <pc:spChg chg="add mod">
          <ac:chgData name="박 신영" userId="dc4b2b3c9ac3a666" providerId="LiveId" clId="{4AAAEB7C-E14D-4D96-8835-21457CE7D0A5}" dt="2022-08-25T09:40:24.585" v="394" actId="20577"/>
          <ac:spMkLst>
            <pc:docMk/>
            <pc:sldMk cId="1381465243" sldId="471"/>
            <ac:spMk id="14" creationId="{F310DDE5-3AB5-3CF2-9487-0B7AEFBEBDD1}"/>
          </ac:spMkLst>
        </pc:spChg>
        <pc:spChg chg="add mod topLvl">
          <ac:chgData name="박 신영" userId="dc4b2b3c9ac3a666" providerId="LiveId" clId="{4AAAEB7C-E14D-4D96-8835-21457CE7D0A5}" dt="2022-08-25T09:46:57.760" v="702" actId="207"/>
          <ac:spMkLst>
            <pc:docMk/>
            <pc:sldMk cId="1381465243" sldId="471"/>
            <ac:spMk id="16" creationId="{CBFE9973-E4F0-FEA5-300B-5D13F184BF27}"/>
          </ac:spMkLst>
        </pc:spChg>
        <pc:spChg chg="add mod topLvl">
          <ac:chgData name="박 신영" userId="dc4b2b3c9ac3a666" providerId="LiveId" clId="{4AAAEB7C-E14D-4D96-8835-21457CE7D0A5}" dt="2022-08-25T09:46:00.898" v="538"/>
          <ac:spMkLst>
            <pc:docMk/>
            <pc:sldMk cId="1381465243" sldId="471"/>
            <ac:spMk id="17" creationId="{1A7545A9-463C-E9F1-BF89-3C3B823D960D}"/>
          </ac:spMkLst>
        </pc:spChg>
        <pc:spChg chg="add mod topLvl">
          <ac:chgData name="박 신영" userId="dc4b2b3c9ac3a666" providerId="LiveId" clId="{4AAAEB7C-E14D-4D96-8835-21457CE7D0A5}" dt="2022-08-25T09:46:03.367" v="544"/>
          <ac:spMkLst>
            <pc:docMk/>
            <pc:sldMk cId="1381465243" sldId="471"/>
            <ac:spMk id="18" creationId="{3B0CDB65-175D-18FC-F84A-3A0ED8186C75}"/>
          </ac:spMkLst>
        </pc:spChg>
        <pc:spChg chg="add mod topLvl">
          <ac:chgData name="박 신영" userId="dc4b2b3c9ac3a666" providerId="LiveId" clId="{4AAAEB7C-E14D-4D96-8835-21457CE7D0A5}" dt="2022-08-25T09:46:07.043" v="561"/>
          <ac:spMkLst>
            <pc:docMk/>
            <pc:sldMk cId="1381465243" sldId="471"/>
            <ac:spMk id="19" creationId="{52C49116-4ACF-8F2C-2002-BBA355FC123F}"/>
          </ac:spMkLst>
        </pc:spChg>
        <pc:spChg chg="add mod topLvl">
          <ac:chgData name="박 신영" userId="dc4b2b3c9ac3a666" providerId="LiveId" clId="{4AAAEB7C-E14D-4D96-8835-21457CE7D0A5}" dt="2022-08-25T09:46:18.049" v="584"/>
          <ac:spMkLst>
            <pc:docMk/>
            <pc:sldMk cId="1381465243" sldId="471"/>
            <ac:spMk id="20" creationId="{8F87E61B-D2BD-BAE7-02FA-78134F7A5BF8}"/>
          </ac:spMkLst>
        </pc:spChg>
        <pc:spChg chg="add mod">
          <ac:chgData name="박 신영" userId="dc4b2b3c9ac3a666" providerId="LiveId" clId="{4AAAEB7C-E14D-4D96-8835-21457CE7D0A5}" dt="2022-08-25T09:43:17.738" v="461" actId="1076"/>
          <ac:spMkLst>
            <pc:docMk/>
            <pc:sldMk cId="1381465243" sldId="471"/>
            <ac:spMk id="22" creationId="{1C217885-91AC-0191-6593-0E7E54140817}"/>
          </ac:spMkLst>
        </pc:spChg>
        <pc:spChg chg="add mod">
          <ac:chgData name="박 신영" userId="dc4b2b3c9ac3a666" providerId="LiveId" clId="{4AAAEB7C-E14D-4D96-8835-21457CE7D0A5}" dt="2022-08-25T11:57:34.762" v="2370"/>
          <ac:spMkLst>
            <pc:docMk/>
            <pc:sldMk cId="1381465243" sldId="471"/>
            <ac:spMk id="23" creationId="{7B8EED42-114F-AF53-6CC2-999FADF73800}"/>
          </ac:spMkLst>
        </pc:spChg>
        <pc:spChg chg="add del mod">
          <ac:chgData name="박 신영" userId="dc4b2b3c9ac3a666" providerId="LiveId" clId="{4AAAEB7C-E14D-4D96-8835-21457CE7D0A5}" dt="2022-08-25T09:42:32.199" v="448" actId="478"/>
          <ac:spMkLst>
            <pc:docMk/>
            <pc:sldMk cId="1381465243" sldId="471"/>
            <ac:spMk id="24" creationId="{8ACBB3A5-83A3-E4A7-F5C5-B31196E84AD0}"/>
          </ac:spMkLst>
        </pc:spChg>
        <pc:spChg chg="add mod">
          <ac:chgData name="박 신영" userId="dc4b2b3c9ac3a666" providerId="LiveId" clId="{4AAAEB7C-E14D-4D96-8835-21457CE7D0A5}" dt="2022-08-25T09:43:17.738" v="461" actId="1076"/>
          <ac:spMkLst>
            <pc:docMk/>
            <pc:sldMk cId="1381465243" sldId="471"/>
            <ac:spMk id="25" creationId="{8512BB68-C873-74DE-4BAC-90045682B70B}"/>
          </ac:spMkLst>
        </pc:spChg>
        <pc:spChg chg="add mod">
          <ac:chgData name="박 신영" userId="dc4b2b3c9ac3a666" providerId="LiveId" clId="{4AAAEB7C-E14D-4D96-8835-21457CE7D0A5}" dt="2022-08-25T09:43:11.378" v="460" actId="1076"/>
          <ac:spMkLst>
            <pc:docMk/>
            <pc:sldMk cId="1381465243" sldId="471"/>
            <ac:spMk id="26" creationId="{6E8B62F5-F95D-9A3C-9299-FF54BB78FF96}"/>
          </ac:spMkLst>
        </pc:spChg>
        <pc:spChg chg="mod topLvl">
          <ac:chgData name="박 신영" userId="dc4b2b3c9ac3a666" providerId="LiveId" clId="{4AAAEB7C-E14D-4D96-8835-21457CE7D0A5}" dt="2022-08-25T09:46:20.502" v="591"/>
          <ac:spMkLst>
            <pc:docMk/>
            <pc:sldMk cId="1381465243" sldId="471"/>
            <ac:spMk id="28" creationId="{BB86C215-598C-0589-E8D7-9107EF4AD8DD}"/>
          </ac:spMkLst>
        </pc:spChg>
        <pc:spChg chg="mod topLvl">
          <ac:chgData name="박 신영" userId="dc4b2b3c9ac3a666" providerId="LiveId" clId="{4AAAEB7C-E14D-4D96-8835-21457CE7D0A5}" dt="2022-08-25T09:46:27.665" v="600"/>
          <ac:spMkLst>
            <pc:docMk/>
            <pc:sldMk cId="1381465243" sldId="471"/>
            <ac:spMk id="29" creationId="{97313CF0-8DAE-1A97-665C-20D7A9B23101}"/>
          </ac:spMkLst>
        </pc:spChg>
        <pc:spChg chg="mod topLvl">
          <ac:chgData name="박 신영" userId="dc4b2b3c9ac3a666" providerId="LiveId" clId="{4AAAEB7C-E14D-4D96-8835-21457CE7D0A5}" dt="2022-08-25T09:46:33.131" v="616"/>
          <ac:spMkLst>
            <pc:docMk/>
            <pc:sldMk cId="1381465243" sldId="471"/>
            <ac:spMk id="30" creationId="{A671E2FC-4615-13FB-2855-816577A0E493}"/>
          </ac:spMkLst>
        </pc:spChg>
        <pc:spChg chg="mod topLvl">
          <ac:chgData name="박 신영" userId="dc4b2b3c9ac3a666" providerId="LiveId" clId="{4AAAEB7C-E14D-4D96-8835-21457CE7D0A5}" dt="2022-08-25T09:46:38.639" v="638"/>
          <ac:spMkLst>
            <pc:docMk/>
            <pc:sldMk cId="1381465243" sldId="471"/>
            <ac:spMk id="31" creationId="{FC915DCF-C8CC-B3D4-3B28-A1CBF86F8053}"/>
          </ac:spMkLst>
        </pc:spChg>
        <pc:spChg chg="mod topLvl">
          <ac:chgData name="박 신영" userId="dc4b2b3c9ac3a666" providerId="LiveId" clId="{4AAAEB7C-E14D-4D96-8835-21457CE7D0A5}" dt="2022-08-25T09:46:41.093" v="644"/>
          <ac:spMkLst>
            <pc:docMk/>
            <pc:sldMk cId="1381465243" sldId="471"/>
            <ac:spMk id="32" creationId="{08E4AF0B-F1FF-C5F3-420B-2C90442EAECB}"/>
          </ac:spMkLst>
        </pc:spChg>
        <pc:spChg chg="mod topLvl">
          <ac:chgData name="박 신영" userId="dc4b2b3c9ac3a666" providerId="LiveId" clId="{4AAAEB7C-E14D-4D96-8835-21457CE7D0A5}" dt="2022-08-25T09:46:44.690" v="657"/>
          <ac:spMkLst>
            <pc:docMk/>
            <pc:sldMk cId="1381465243" sldId="471"/>
            <ac:spMk id="34" creationId="{76DAA940-9E9D-9F60-1992-9B4CE7A133E3}"/>
          </ac:spMkLst>
        </pc:spChg>
        <pc:spChg chg="mod topLvl">
          <ac:chgData name="박 신영" userId="dc4b2b3c9ac3a666" providerId="LiveId" clId="{4AAAEB7C-E14D-4D96-8835-21457CE7D0A5}" dt="2022-08-25T09:46:47.461" v="671"/>
          <ac:spMkLst>
            <pc:docMk/>
            <pc:sldMk cId="1381465243" sldId="471"/>
            <ac:spMk id="35" creationId="{AD9CF08A-3C8D-4BDA-9D2B-0B1806FE5139}"/>
          </ac:spMkLst>
        </pc:spChg>
        <pc:spChg chg="mod topLvl">
          <ac:chgData name="박 신영" userId="dc4b2b3c9ac3a666" providerId="LiveId" clId="{4AAAEB7C-E14D-4D96-8835-21457CE7D0A5}" dt="2022-08-25T09:46:50.421" v="687"/>
          <ac:spMkLst>
            <pc:docMk/>
            <pc:sldMk cId="1381465243" sldId="471"/>
            <ac:spMk id="36" creationId="{074C787E-57D5-094C-F958-49A2BF1E425E}"/>
          </ac:spMkLst>
        </pc:spChg>
        <pc:spChg chg="mod topLvl">
          <ac:chgData name="박 신영" userId="dc4b2b3c9ac3a666" providerId="LiveId" clId="{4AAAEB7C-E14D-4D96-8835-21457CE7D0A5}" dt="2022-08-25T09:46:55.824" v="701"/>
          <ac:spMkLst>
            <pc:docMk/>
            <pc:sldMk cId="1381465243" sldId="471"/>
            <ac:spMk id="37" creationId="{A03B9997-CE2F-3A5C-62A2-3B8F2CEEC96E}"/>
          </ac:spMkLst>
        </pc:spChg>
        <pc:spChg chg="mod topLvl">
          <ac:chgData name="박 신영" userId="dc4b2b3c9ac3a666" providerId="LiveId" clId="{4AAAEB7C-E14D-4D96-8835-21457CE7D0A5}" dt="2022-08-25T09:45:52.384" v="519" actId="255"/>
          <ac:spMkLst>
            <pc:docMk/>
            <pc:sldMk cId="1381465243" sldId="471"/>
            <ac:spMk id="38" creationId="{35802E5A-5527-0CCF-8867-0680AEAEA07A}"/>
          </ac:spMkLst>
        </pc:spChg>
        <pc:spChg chg="add mod">
          <ac:chgData name="박 신영" userId="dc4b2b3c9ac3a666" providerId="LiveId" clId="{4AAAEB7C-E14D-4D96-8835-21457CE7D0A5}" dt="2022-08-25T13:13:03.627" v="3278"/>
          <ac:spMkLst>
            <pc:docMk/>
            <pc:sldMk cId="1381465243" sldId="471"/>
            <ac:spMk id="39" creationId="{D2E4E988-70BB-52C6-531A-9249A0210004}"/>
          </ac:spMkLst>
        </pc:spChg>
        <pc:spChg chg="add del mod">
          <ac:chgData name="박 신영" userId="dc4b2b3c9ac3a666" providerId="LiveId" clId="{4AAAEB7C-E14D-4D96-8835-21457CE7D0A5}" dt="2022-08-25T12:52:43.886" v="2923" actId="478"/>
          <ac:spMkLst>
            <pc:docMk/>
            <pc:sldMk cId="1381465243" sldId="471"/>
            <ac:spMk id="40" creationId="{717AB30D-4653-E78E-A4FB-76A493E1A72E}"/>
          </ac:spMkLst>
        </pc:spChg>
        <pc:spChg chg="add mod">
          <ac:chgData name="박 신영" userId="dc4b2b3c9ac3a666" providerId="LiveId" clId="{4AAAEB7C-E14D-4D96-8835-21457CE7D0A5}" dt="2022-08-25T11:58:06.598" v="2497" actId="20577"/>
          <ac:spMkLst>
            <pc:docMk/>
            <pc:sldMk cId="1381465243" sldId="471"/>
            <ac:spMk id="41" creationId="{37754D72-859A-DE68-1610-D1921188A417}"/>
          </ac:spMkLst>
        </pc:spChg>
        <pc:grpChg chg="add del mod">
          <ac:chgData name="박 신영" userId="dc4b2b3c9ac3a666" providerId="LiveId" clId="{4AAAEB7C-E14D-4D96-8835-21457CE7D0A5}" dt="2022-08-25T09:43:59.961" v="468" actId="165"/>
          <ac:grpSpMkLst>
            <pc:docMk/>
            <pc:sldMk cId="1381465243" sldId="471"/>
            <ac:grpSpMk id="21" creationId="{E7FC5579-B810-4665-9A98-27E334D8B5E5}"/>
          </ac:grpSpMkLst>
        </pc:grpChg>
        <pc:grpChg chg="add del mod">
          <ac:chgData name="박 신영" userId="dc4b2b3c9ac3a666" providerId="LiveId" clId="{4AAAEB7C-E14D-4D96-8835-21457CE7D0A5}" dt="2022-08-25T09:43:59.961" v="468" actId="165"/>
          <ac:grpSpMkLst>
            <pc:docMk/>
            <pc:sldMk cId="1381465243" sldId="471"/>
            <ac:grpSpMk id="27" creationId="{092DEE1A-A25F-27FA-1A99-DBFAADEACC11}"/>
          </ac:grpSpMkLst>
        </pc:grpChg>
        <pc:grpChg chg="add del mod">
          <ac:chgData name="박 신영" userId="dc4b2b3c9ac3a666" providerId="LiveId" clId="{4AAAEB7C-E14D-4D96-8835-21457CE7D0A5}" dt="2022-08-25T09:43:59.961" v="468" actId="165"/>
          <ac:grpSpMkLst>
            <pc:docMk/>
            <pc:sldMk cId="1381465243" sldId="471"/>
            <ac:grpSpMk id="33" creationId="{070BB80A-D8A9-BD51-2D17-C952897E3724}"/>
          </ac:grpSpMkLst>
        </pc:grpChg>
        <pc:graphicFrameChg chg="add mod">
          <ac:chgData name="박 신영" userId="dc4b2b3c9ac3a666" providerId="LiveId" clId="{4AAAEB7C-E14D-4D96-8835-21457CE7D0A5}" dt="2022-08-25T09:31:23.931" v="156"/>
          <ac:graphicFrameMkLst>
            <pc:docMk/>
            <pc:sldMk cId="1381465243" sldId="471"/>
            <ac:graphicFrameMk id="5" creationId="{8494BFCB-31A8-9DC2-D375-5E74EC4932A7}"/>
          </ac:graphicFrameMkLst>
        </pc:graphicFrameChg>
        <pc:cxnChg chg="add mod">
          <ac:chgData name="박 신영" userId="dc4b2b3c9ac3a666" providerId="LiveId" clId="{4AAAEB7C-E14D-4D96-8835-21457CE7D0A5}" dt="2022-08-25T09:37:34.376" v="256"/>
          <ac:cxnSpMkLst>
            <pc:docMk/>
            <pc:sldMk cId="1381465243" sldId="471"/>
            <ac:cxnSpMk id="7" creationId="{611DC9FF-330D-71A5-DF2D-DE9FAD4FF2E0}"/>
          </ac:cxnSpMkLst>
        </pc:cxnChg>
        <pc:cxnChg chg="add mod">
          <ac:chgData name="박 신영" userId="dc4b2b3c9ac3a666" providerId="LiveId" clId="{4AAAEB7C-E14D-4D96-8835-21457CE7D0A5}" dt="2022-08-25T09:40:20.302" v="371" actId="571"/>
          <ac:cxnSpMkLst>
            <pc:docMk/>
            <pc:sldMk cId="1381465243" sldId="471"/>
            <ac:cxnSpMk id="15" creationId="{79C6F1B9-E6C6-23E8-D4AF-25EDD55AD1BC}"/>
          </ac:cxnSpMkLst>
        </pc:cxnChg>
      </pc:sldChg>
      <pc:sldChg chg="addSp delSp modSp add mod modClrScheme chgLayout">
        <pc:chgData name="박 신영" userId="dc4b2b3c9ac3a666" providerId="LiveId" clId="{4AAAEB7C-E14D-4D96-8835-21457CE7D0A5}" dt="2022-08-25T12:46:58.557" v="2852" actId="700"/>
        <pc:sldMkLst>
          <pc:docMk/>
          <pc:sldMk cId="563066512" sldId="472"/>
        </pc:sldMkLst>
        <pc:spChg chg="del">
          <ac:chgData name="박 신영" userId="dc4b2b3c9ac3a666" providerId="LiveId" clId="{4AAAEB7C-E14D-4D96-8835-21457CE7D0A5}" dt="2022-08-25T09:49:15.201" v="705" actId="478"/>
          <ac:spMkLst>
            <pc:docMk/>
            <pc:sldMk cId="563066512" sldId="472"/>
            <ac:spMk id="6" creationId="{81909F60-4294-F685-175B-169ADD5C181D}"/>
          </ac:spMkLst>
        </pc:spChg>
        <pc:spChg chg="del">
          <ac:chgData name="박 신영" userId="dc4b2b3c9ac3a666" providerId="LiveId" clId="{4AAAEB7C-E14D-4D96-8835-21457CE7D0A5}" dt="2022-08-25T09:49:15.201" v="705" actId="478"/>
          <ac:spMkLst>
            <pc:docMk/>
            <pc:sldMk cId="563066512" sldId="472"/>
            <ac:spMk id="8" creationId="{9CF80BA1-D00B-D6A5-F6A6-91563DD52B42}"/>
          </ac:spMkLst>
        </pc:spChg>
        <pc:spChg chg="del">
          <ac:chgData name="박 신영" userId="dc4b2b3c9ac3a666" providerId="LiveId" clId="{4AAAEB7C-E14D-4D96-8835-21457CE7D0A5}" dt="2022-08-25T09:49:15.201" v="705" actId="478"/>
          <ac:spMkLst>
            <pc:docMk/>
            <pc:sldMk cId="563066512" sldId="472"/>
            <ac:spMk id="9" creationId="{A93A25C3-E019-3051-C585-1914C7655600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10" creationId="{3DCC52F0-13AF-B38A-43DA-1D3C48D3692B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11" creationId="{3C926817-16D4-3F43-89C0-4C580B5BA8AA}"/>
          </ac:spMkLst>
        </pc:spChg>
        <pc:spChg chg="del">
          <ac:chgData name="박 신영" userId="dc4b2b3c9ac3a666" providerId="LiveId" clId="{4AAAEB7C-E14D-4D96-8835-21457CE7D0A5}" dt="2022-08-25T09:49:15.201" v="705" actId="478"/>
          <ac:spMkLst>
            <pc:docMk/>
            <pc:sldMk cId="563066512" sldId="472"/>
            <ac:spMk id="12" creationId="{BE9E706B-D42F-92C8-4AE5-7D8BEC1612E6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13" creationId="{066BD447-A3A8-C03F-EE05-ED42951FBD9D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14" creationId="{F310DDE5-3AB5-3CF2-9487-0B7AEFBEBDD1}"/>
          </ac:spMkLst>
        </pc:spChg>
        <pc:spChg chg="mod">
          <ac:chgData name="박 신영" userId="dc4b2b3c9ac3a666" providerId="LiveId" clId="{4AAAEB7C-E14D-4D96-8835-21457CE7D0A5}" dt="2022-08-25T09:58:26.784" v="955" actId="207"/>
          <ac:spMkLst>
            <pc:docMk/>
            <pc:sldMk cId="563066512" sldId="472"/>
            <ac:spMk id="16" creationId="{CBFE9973-E4F0-FEA5-300B-5D13F184BF27}"/>
          </ac:spMkLst>
        </pc:spChg>
        <pc:spChg chg="mod">
          <ac:chgData name="박 신영" userId="dc4b2b3c9ac3a666" providerId="LiveId" clId="{4AAAEB7C-E14D-4D96-8835-21457CE7D0A5}" dt="2022-08-25T09:58:31.269" v="956" actId="207"/>
          <ac:spMkLst>
            <pc:docMk/>
            <pc:sldMk cId="563066512" sldId="472"/>
            <ac:spMk id="17" creationId="{1A7545A9-463C-E9F1-BF89-3C3B823D960D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18" creationId="{3B0CDB65-175D-18FC-F84A-3A0ED8186C75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19" creationId="{52C49116-4ACF-8F2C-2002-BBA355FC123F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20" creationId="{8F87E61B-D2BD-BAE7-02FA-78134F7A5BF8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21" creationId="{5C111C57-7EBD-A8CB-FCF6-CA29338ABAFE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22" creationId="{1C217885-91AC-0191-6593-0E7E54140817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23" creationId="{7B8EED42-114F-AF53-6CC2-999FADF73800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24" creationId="{AFC6B051-B7AC-6D8C-A169-7113DF7BA977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25" creationId="{8512BB68-C873-74DE-4BAC-90045682B70B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26" creationId="{6E8B62F5-F95D-9A3C-9299-FF54BB78FF96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27" creationId="{9174470E-A3D0-D626-E8C4-09F51C73CD08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28" creationId="{BB86C215-598C-0589-E8D7-9107EF4AD8DD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29" creationId="{97313CF0-8DAE-1A97-665C-20D7A9B23101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30" creationId="{A671E2FC-4615-13FB-2855-816577A0E493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31" creationId="{FC915DCF-C8CC-B3D4-3B28-A1CBF86F8053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32" creationId="{08E4AF0B-F1FF-C5F3-420B-2C90442EAECB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33" creationId="{376FC6F9-DD8A-B41F-3FF8-C47A201BFB33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34" creationId="{76DAA940-9E9D-9F60-1992-9B4CE7A133E3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35" creationId="{AD9CF08A-3C8D-4BDA-9D2B-0B1806FE5139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36" creationId="{074C787E-57D5-094C-F958-49A2BF1E425E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37" creationId="{A03B9997-CE2F-3A5C-62A2-3B8F2CEEC96E}"/>
          </ac:spMkLst>
        </pc:spChg>
        <pc:spChg chg="mod">
          <ac:chgData name="박 신영" userId="dc4b2b3c9ac3a666" providerId="LiveId" clId="{4AAAEB7C-E14D-4D96-8835-21457CE7D0A5}" dt="2022-08-25T09:49:23.045" v="706" actId="1076"/>
          <ac:spMkLst>
            <pc:docMk/>
            <pc:sldMk cId="563066512" sldId="472"/>
            <ac:spMk id="38" creationId="{35802E5A-5527-0CCF-8867-0680AEAEA07A}"/>
          </ac:spMkLst>
        </pc:spChg>
        <pc:spChg chg="del">
          <ac:chgData name="박 신영" userId="dc4b2b3c9ac3a666" providerId="LiveId" clId="{4AAAEB7C-E14D-4D96-8835-21457CE7D0A5}" dt="2022-08-25T09:49:15.201" v="705" actId="478"/>
          <ac:spMkLst>
            <pc:docMk/>
            <pc:sldMk cId="563066512" sldId="472"/>
            <ac:spMk id="39" creationId="{D2E4E988-70BB-52C6-531A-9249A0210004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40" creationId="{B9B6F4CA-AFD7-36EF-19A9-4664FB557ECF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41" creationId="{CF4CEFA7-ECC0-4D47-720C-2A56831D6339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42" creationId="{575774BB-741D-F3AC-2F52-F4B563243FB3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43" creationId="{065F80D7-563D-9056-1DA0-68562995E50F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44" creationId="{6AEEA92E-1720-BEFC-08BC-61F294320009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45" creationId="{33C7A047-49D6-25F8-1541-AEB2664F421D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46" creationId="{966D6C41-A865-08C4-32E4-75528E532573}"/>
          </ac:spMkLst>
        </pc:spChg>
        <pc:spChg chg="add del mod">
          <ac:chgData name="박 신영" userId="dc4b2b3c9ac3a666" providerId="LiveId" clId="{4AAAEB7C-E14D-4D96-8835-21457CE7D0A5}" dt="2022-08-25T09:54:42.160" v="911" actId="478"/>
          <ac:spMkLst>
            <pc:docMk/>
            <pc:sldMk cId="563066512" sldId="472"/>
            <ac:spMk id="47" creationId="{CD42A895-8B96-E1E7-E9DD-655BE55FEAEF}"/>
          </ac:spMkLst>
        </pc:spChg>
        <pc:spChg chg="add del mod">
          <ac:chgData name="박 신영" userId="dc4b2b3c9ac3a666" providerId="LiveId" clId="{4AAAEB7C-E14D-4D96-8835-21457CE7D0A5}" dt="2022-08-25T09:54:42.160" v="911" actId="478"/>
          <ac:spMkLst>
            <pc:docMk/>
            <pc:sldMk cId="563066512" sldId="472"/>
            <ac:spMk id="48" creationId="{5D9E4914-0C94-763D-4AFE-7A495DEF0051}"/>
          </ac:spMkLst>
        </pc:spChg>
        <pc:spChg chg="add del mod">
          <ac:chgData name="박 신영" userId="dc4b2b3c9ac3a666" providerId="LiveId" clId="{4AAAEB7C-E14D-4D96-8835-21457CE7D0A5}" dt="2022-08-25T09:54:42.160" v="911" actId="478"/>
          <ac:spMkLst>
            <pc:docMk/>
            <pc:sldMk cId="563066512" sldId="472"/>
            <ac:spMk id="49" creationId="{429ADD7E-1353-395C-1CC5-1903B42C4706}"/>
          </ac:spMkLst>
        </pc:spChg>
        <pc:spChg chg="add mod topLvl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50" creationId="{D1540CE2-EE59-5D0F-C6E9-7219549D1CDA}"/>
          </ac:spMkLst>
        </pc:spChg>
        <pc:spChg chg="add mod topLvl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51" creationId="{B75F6B14-762C-CCD5-B3C2-A40FB6D4B66D}"/>
          </ac:spMkLst>
        </pc:spChg>
        <pc:spChg chg="add mod">
          <ac:chgData name="박 신영" userId="dc4b2b3c9ac3a666" providerId="LiveId" clId="{4AAAEB7C-E14D-4D96-8835-21457CE7D0A5}" dt="2022-08-25T09:55:06.216" v="924" actId="571"/>
          <ac:spMkLst>
            <pc:docMk/>
            <pc:sldMk cId="563066512" sldId="472"/>
            <ac:spMk id="53" creationId="{B0FA42E0-E92E-CF97-96B5-183F9B928588}"/>
          </ac:spMkLst>
        </pc:spChg>
        <pc:spChg chg="mod">
          <ac:chgData name="박 신영" userId="dc4b2b3c9ac3a666" providerId="LiveId" clId="{4AAAEB7C-E14D-4D96-8835-21457CE7D0A5}" dt="2022-08-25T09:55:06.216" v="924" actId="571"/>
          <ac:spMkLst>
            <pc:docMk/>
            <pc:sldMk cId="563066512" sldId="472"/>
            <ac:spMk id="55" creationId="{4883A690-2523-62DB-2A41-B833B2E28DC8}"/>
          </ac:spMkLst>
        </pc:spChg>
        <pc:spChg chg="mod">
          <ac:chgData name="박 신영" userId="dc4b2b3c9ac3a666" providerId="LiveId" clId="{4AAAEB7C-E14D-4D96-8835-21457CE7D0A5}" dt="2022-08-25T09:55:06.216" v="924" actId="571"/>
          <ac:spMkLst>
            <pc:docMk/>
            <pc:sldMk cId="563066512" sldId="472"/>
            <ac:spMk id="56" creationId="{2E7F0E80-BC96-9348-4817-55414AC16AC4}"/>
          </ac:spMkLst>
        </pc:spChg>
        <pc:spChg chg="mod topLvl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58" creationId="{3C3A1EE6-EE57-8C5A-4468-0F9892A743EC}"/>
          </ac:spMkLst>
        </pc:spChg>
        <pc:spChg chg="mod topLvl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59" creationId="{C684546C-8A3A-CE5C-0037-4B54ACED5D26}"/>
          </ac:spMkLst>
        </pc:spChg>
        <pc:spChg chg="add mod">
          <ac:chgData name="박 신영" userId="dc4b2b3c9ac3a666" providerId="LiveId" clId="{4AAAEB7C-E14D-4D96-8835-21457CE7D0A5}" dt="2022-08-25T09:58:22.596" v="954" actId="1076"/>
          <ac:spMkLst>
            <pc:docMk/>
            <pc:sldMk cId="563066512" sldId="472"/>
            <ac:spMk id="60" creationId="{D656240C-A5A4-1DA5-49A1-0C92F74FE813}"/>
          </ac:spMkLst>
        </pc:spChg>
        <pc:spChg chg="mod">
          <ac:chgData name="박 신영" userId="dc4b2b3c9ac3a666" providerId="LiveId" clId="{4AAAEB7C-E14D-4D96-8835-21457CE7D0A5}" dt="2022-08-25T09:56:07.225" v="945"/>
          <ac:spMkLst>
            <pc:docMk/>
            <pc:sldMk cId="563066512" sldId="472"/>
            <ac:spMk id="62" creationId="{9901E497-19AE-C07C-AD78-704EE3984BF7}"/>
          </ac:spMkLst>
        </pc:spChg>
        <pc:spChg chg="mod">
          <ac:chgData name="박 신영" userId="dc4b2b3c9ac3a666" providerId="LiveId" clId="{4AAAEB7C-E14D-4D96-8835-21457CE7D0A5}" dt="2022-08-25T09:56:07.225" v="945"/>
          <ac:spMkLst>
            <pc:docMk/>
            <pc:sldMk cId="563066512" sldId="472"/>
            <ac:spMk id="63" creationId="{788A38E6-B0A4-6C53-79D2-FA1CE1C61FDC}"/>
          </ac:spMkLst>
        </pc:spChg>
        <pc:spChg chg="mod">
          <ac:chgData name="박 신영" userId="dc4b2b3c9ac3a666" providerId="LiveId" clId="{4AAAEB7C-E14D-4D96-8835-21457CE7D0A5}" dt="2022-08-25T09:56:07.225" v="945"/>
          <ac:spMkLst>
            <pc:docMk/>
            <pc:sldMk cId="563066512" sldId="472"/>
            <ac:spMk id="64" creationId="{44F29348-3614-3F9C-5D38-00A991FB73AC}"/>
          </ac:spMkLst>
        </pc:spChg>
        <pc:spChg chg="add mod">
          <ac:chgData name="박 신영" userId="dc4b2b3c9ac3a666" providerId="LiveId" clId="{4AAAEB7C-E14D-4D96-8835-21457CE7D0A5}" dt="2022-08-25T10:02:18.495" v="1081" actId="1076"/>
          <ac:spMkLst>
            <pc:docMk/>
            <pc:sldMk cId="563066512" sldId="472"/>
            <ac:spMk id="65" creationId="{5646E90E-B9F6-1E2C-A083-EAC36E93AA14}"/>
          </ac:spMkLst>
        </pc:spChg>
        <pc:spChg chg="add mod">
          <ac:chgData name="박 신영" userId="dc4b2b3c9ac3a666" providerId="LiveId" clId="{4AAAEB7C-E14D-4D96-8835-21457CE7D0A5}" dt="2022-08-25T09:59:23.363" v="1013" actId="1076"/>
          <ac:spMkLst>
            <pc:docMk/>
            <pc:sldMk cId="563066512" sldId="472"/>
            <ac:spMk id="66" creationId="{5FCAF689-C008-C8B8-4830-1AB7D6AB0E3C}"/>
          </ac:spMkLst>
        </pc:spChg>
        <pc:spChg chg="add mod">
          <ac:chgData name="박 신영" userId="dc4b2b3c9ac3a666" providerId="LiveId" clId="{4AAAEB7C-E14D-4D96-8835-21457CE7D0A5}" dt="2022-08-25T10:01:49.352" v="1072"/>
          <ac:spMkLst>
            <pc:docMk/>
            <pc:sldMk cId="563066512" sldId="472"/>
            <ac:spMk id="67" creationId="{CA1DEC8C-8A61-8A54-BD69-9714A5CCB7C3}"/>
          </ac:spMkLst>
        </pc:spChg>
        <pc:spChg chg="add mod">
          <ac:chgData name="박 신영" userId="dc4b2b3c9ac3a666" providerId="LiveId" clId="{4AAAEB7C-E14D-4D96-8835-21457CE7D0A5}" dt="2022-08-25T10:02:40.220" v="1111"/>
          <ac:spMkLst>
            <pc:docMk/>
            <pc:sldMk cId="563066512" sldId="472"/>
            <ac:spMk id="72" creationId="{88D4A2AE-3C6F-05EF-A345-7E62A4569663}"/>
          </ac:spMkLst>
        </pc:spChg>
        <pc:spChg chg="add mod">
          <ac:chgData name="박 신영" userId="dc4b2b3c9ac3a666" providerId="LiveId" clId="{4AAAEB7C-E14D-4D96-8835-21457CE7D0A5}" dt="2022-08-25T10:02:57.181" v="1122" actId="1076"/>
          <ac:spMkLst>
            <pc:docMk/>
            <pc:sldMk cId="563066512" sldId="472"/>
            <ac:spMk id="73" creationId="{FAA02877-F3F3-D07A-753D-C96DADF013BD}"/>
          </ac:spMkLst>
        </pc:spChg>
        <pc:spChg chg="add mod">
          <ac:chgData name="박 신영" userId="dc4b2b3c9ac3a666" providerId="LiveId" clId="{4AAAEB7C-E14D-4D96-8835-21457CE7D0A5}" dt="2022-08-25T10:02:52.057" v="1113" actId="1076"/>
          <ac:spMkLst>
            <pc:docMk/>
            <pc:sldMk cId="563066512" sldId="472"/>
            <ac:spMk id="74" creationId="{0D685E98-7A9F-B4EE-EFE0-8EF68DDA3132}"/>
          </ac:spMkLst>
        </pc:spChg>
        <pc:spChg chg="add mod">
          <ac:chgData name="박 신영" userId="dc4b2b3c9ac3a666" providerId="LiveId" clId="{4AAAEB7C-E14D-4D96-8835-21457CE7D0A5}" dt="2022-08-25T10:04:09.400" v="1141" actId="1076"/>
          <ac:spMkLst>
            <pc:docMk/>
            <pc:sldMk cId="563066512" sldId="472"/>
            <ac:spMk id="75" creationId="{087D4022-B075-B6E7-3B54-842E8AFD39B9}"/>
          </ac:spMkLst>
        </pc:spChg>
        <pc:grpChg chg="add del mod">
          <ac:chgData name="박 신영" userId="dc4b2b3c9ac3a666" providerId="LiveId" clId="{4AAAEB7C-E14D-4D96-8835-21457CE7D0A5}" dt="2022-08-25T09:55:23.376" v="932" actId="165"/>
          <ac:grpSpMkLst>
            <pc:docMk/>
            <pc:sldMk cId="563066512" sldId="472"/>
            <ac:grpSpMk id="52" creationId="{C6C85A38-A49B-1D1A-502D-09647E7D1175}"/>
          </ac:grpSpMkLst>
        </pc:grpChg>
        <pc:grpChg chg="add mod">
          <ac:chgData name="박 신영" userId="dc4b2b3c9ac3a666" providerId="LiveId" clId="{4AAAEB7C-E14D-4D96-8835-21457CE7D0A5}" dt="2022-08-25T09:55:06.216" v="924" actId="571"/>
          <ac:grpSpMkLst>
            <pc:docMk/>
            <pc:sldMk cId="563066512" sldId="472"/>
            <ac:grpSpMk id="54" creationId="{8C8A814C-5AC9-6393-61C6-B40B51147411}"/>
          </ac:grpSpMkLst>
        </pc:grpChg>
        <pc:grpChg chg="add del mod">
          <ac:chgData name="박 신영" userId="dc4b2b3c9ac3a666" providerId="LiveId" clId="{4AAAEB7C-E14D-4D96-8835-21457CE7D0A5}" dt="2022-08-25T09:55:33.452" v="936" actId="165"/>
          <ac:grpSpMkLst>
            <pc:docMk/>
            <pc:sldMk cId="563066512" sldId="472"/>
            <ac:grpSpMk id="57" creationId="{A0AB663E-D321-19DF-37DD-5E790EEC68A9}"/>
          </ac:grpSpMkLst>
        </pc:grpChg>
        <pc:grpChg chg="add mod">
          <ac:chgData name="박 신영" userId="dc4b2b3c9ac3a666" providerId="LiveId" clId="{4AAAEB7C-E14D-4D96-8835-21457CE7D0A5}" dt="2022-08-25T09:58:22.596" v="954" actId="1076"/>
          <ac:grpSpMkLst>
            <pc:docMk/>
            <pc:sldMk cId="563066512" sldId="472"/>
            <ac:grpSpMk id="61" creationId="{49D1C09F-34FE-A0F2-0482-3E7699A37939}"/>
          </ac:grpSpMkLst>
        </pc:grpChg>
        <pc:cxnChg chg="del">
          <ac:chgData name="박 신영" userId="dc4b2b3c9ac3a666" providerId="LiveId" clId="{4AAAEB7C-E14D-4D96-8835-21457CE7D0A5}" dt="2022-08-25T09:49:15.201" v="705" actId="478"/>
          <ac:cxnSpMkLst>
            <pc:docMk/>
            <pc:sldMk cId="563066512" sldId="472"/>
            <ac:cxnSpMk id="7" creationId="{611DC9FF-330D-71A5-DF2D-DE9FAD4FF2E0}"/>
          </ac:cxnSpMkLst>
        </pc:cxnChg>
        <pc:cxnChg chg="mod">
          <ac:chgData name="박 신영" userId="dc4b2b3c9ac3a666" providerId="LiveId" clId="{4AAAEB7C-E14D-4D96-8835-21457CE7D0A5}" dt="2022-08-25T09:49:23.045" v="706" actId="1076"/>
          <ac:cxnSpMkLst>
            <pc:docMk/>
            <pc:sldMk cId="563066512" sldId="472"/>
            <ac:cxnSpMk id="15" creationId="{79C6F1B9-E6C6-23E8-D4AF-25EDD55AD1BC}"/>
          </ac:cxnSpMkLst>
        </pc:cxnChg>
        <pc:cxnChg chg="add mod">
          <ac:chgData name="박 신영" userId="dc4b2b3c9ac3a666" providerId="LiveId" clId="{4AAAEB7C-E14D-4D96-8835-21457CE7D0A5}" dt="2022-08-25T10:02:12.322" v="1078" actId="1076"/>
          <ac:cxnSpMkLst>
            <pc:docMk/>
            <pc:sldMk cId="563066512" sldId="472"/>
            <ac:cxnSpMk id="68" creationId="{5C1F72F0-9D1C-F7DB-CF27-5ADDF17C8D59}"/>
          </ac:cxnSpMkLst>
        </pc:cxnChg>
        <pc:cxnChg chg="add mod">
          <ac:chgData name="박 신영" userId="dc4b2b3c9ac3a666" providerId="LiveId" clId="{4AAAEB7C-E14D-4D96-8835-21457CE7D0A5}" dt="2022-08-25T10:04:34.903" v="1143" actId="208"/>
          <ac:cxnSpMkLst>
            <pc:docMk/>
            <pc:sldMk cId="563066512" sldId="472"/>
            <ac:cxnSpMk id="77" creationId="{7AAB8354-B63B-7252-E365-927BD5E310F2}"/>
          </ac:cxnSpMkLst>
        </pc:cxnChg>
      </pc:sldChg>
      <pc:sldChg chg="addSp delSp modSp add mod modClrScheme chgLayout">
        <pc:chgData name="박 신영" userId="dc4b2b3c9ac3a666" providerId="LiveId" clId="{4AAAEB7C-E14D-4D96-8835-21457CE7D0A5}" dt="2022-08-25T13:46:18.935" v="3484" actId="1076"/>
        <pc:sldMkLst>
          <pc:docMk/>
          <pc:sldMk cId="1600497696" sldId="473"/>
        </pc:sldMkLst>
        <pc:spChg chg="mod">
          <ac:chgData name="박 신영" userId="dc4b2b3c9ac3a666" providerId="LiveId" clId="{4AAAEB7C-E14D-4D96-8835-21457CE7D0A5}" dt="2022-08-25T10:15:00.631" v="1387" actId="20577"/>
          <ac:spMkLst>
            <pc:docMk/>
            <pc:sldMk cId="1600497696" sldId="473"/>
            <ac:spMk id="2" creationId="{74834146-0F05-4F81-BC7A-7F8FCCEF6DA8}"/>
          </ac:spMkLst>
        </pc:spChg>
        <pc:spChg chg="add mod">
          <ac:chgData name="박 신영" userId="dc4b2b3c9ac3a666" providerId="LiveId" clId="{4AAAEB7C-E14D-4D96-8835-21457CE7D0A5}" dt="2022-08-25T13:07:22.285" v="3195" actId="1076"/>
          <ac:spMkLst>
            <pc:docMk/>
            <pc:sldMk cId="1600497696" sldId="473"/>
            <ac:spMk id="10" creationId="{785810ED-55E6-C787-C221-97E0FB800837}"/>
          </ac:spMkLst>
        </pc:spChg>
        <pc:spChg chg="add mod">
          <ac:chgData name="박 신영" userId="dc4b2b3c9ac3a666" providerId="LiveId" clId="{4AAAEB7C-E14D-4D96-8835-21457CE7D0A5}" dt="2022-08-25T13:07:11.030" v="3193" actId="14100"/>
          <ac:spMkLst>
            <pc:docMk/>
            <pc:sldMk cId="1600497696" sldId="473"/>
            <ac:spMk id="11" creationId="{9565C58D-5775-A4A5-89DE-BB52A606C8F3}"/>
          </ac:spMkLst>
        </pc:spChg>
        <pc:spChg chg="add mod">
          <ac:chgData name="박 신영" userId="dc4b2b3c9ac3a666" providerId="LiveId" clId="{4AAAEB7C-E14D-4D96-8835-21457CE7D0A5}" dt="2022-08-25T13:12:59.875" v="3272"/>
          <ac:spMkLst>
            <pc:docMk/>
            <pc:sldMk cId="1600497696" sldId="473"/>
            <ac:spMk id="13" creationId="{DD73AE49-1EA7-BA74-6E34-BED023CB29AB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" creationId="{3B0CDB65-175D-18FC-F84A-3A0ED8186C75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9" creationId="{52C49116-4ACF-8F2C-2002-BBA355FC123F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20" creationId="{8F87E61B-D2BD-BAE7-02FA-78134F7A5BF8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21" creationId="{168C97A7-AA66-89D8-92F8-D598083049A0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22" creationId="{1C217885-91AC-0191-6593-0E7E54140817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23" creationId="{7B8EED42-114F-AF53-6CC2-999FADF73800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24" creationId="{CE12D6B4-35A5-96DC-B3BC-978B3AE1B69E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25" creationId="{8512BB68-C873-74DE-4BAC-90045682B70B}"/>
          </ac:spMkLst>
        </pc:spChg>
        <pc:spChg chg="mod">
          <ac:chgData name="박 신영" userId="dc4b2b3c9ac3a666" providerId="LiveId" clId="{4AAAEB7C-E14D-4D96-8835-21457CE7D0A5}" dt="2022-08-25T12:55:54.640" v="2982" actId="1076"/>
          <ac:spMkLst>
            <pc:docMk/>
            <pc:sldMk cId="1600497696" sldId="473"/>
            <ac:spMk id="26" creationId="{6E8B62F5-F95D-9A3C-9299-FF54BB78FF96}"/>
          </ac:spMkLst>
        </pc:spChg>
        <pc:spChg chg="add mod">
          <ac:chgData name="박 신영" userId="dc4b2b3c9ac3a666" providerId="LiveId" clId="{4AAAEB7C-E14D-4D96-8835-21457CE7D0A5}" dt="2022-08-25T12:53:59.114" v="2948" actId="1076"/>
          <ac:spMkLst>
            <pc:docMk/>
            <pc:sldMk cId="1600497696" sldId="473"/>
            <ac:spMk id="27" creationId="{D9BA7B61-3E66-55CF-238B-111F0C0CFCFD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30" creationId="{A671E2FC-4615-13FB-2855-816577A0E493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31" creationId="{FC915DCF-C8CC-B3D4-3B28-A1CBF86F8053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32" creationId="{08E4AF0B-F1FF-C5F3-420B-2C90442EAECB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33" creationId="{70F9670A-C760-893E-3BF8-76E473B8E213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36" creationId="{074C787E-57D5-094C-F958-49A2BF1E425E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37" creationId="{A03B9997-CE2F-3A5C-62A2-3B8F2CEEC96E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38" creationId="{35802E5A-5527-0CCF-8867-0680AEAEA07A}"/>
          </ac:spMkLst>
        </pc:spChg>
        <pc:spChg chg="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39" creationId="{D2E4E988-70BB-52C6-531A-9249A0210004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40" creationId="{42067875-35E6-8C4F-8AAD-7419407B7B1F}"/>
          </ac:spMkLst>
        </pc:spChg>
        <pc:spChg chg="add mod">
          <ac:chgData name="박 신영" userId="dc4b2b3c9ac3a666" providerId="LiveId" clId="{4AAAEB7C-E14D-4D96-8835-21457CE7D0A5}" dt="2022-08-25T13:07:58.743" v="3200" actId="1076"/>
          <ac:spMkLst>
            <pc:docMk/>
            <pc:sldMk cId="1600497696" sldId="473"/>
            <ac:spMk id="41" creationId="{72EEA521-1D16-A65D-F7A6-1891AB8AABCC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42" creationId="{8994B3BA-E878-2B5A-0565-564003A035E7}"/>
          </ac:spMkLst>
        </pc:spChg>
        <pc:spChg chg="add mod">
          <ac:chgData name="박 신영" userId="dc4b2b3c9ac3a666" providerId="LiveId" clId="{4AAAEB7C-E14D-4D96-8835-21457CE7D0A5}" dt="2022-08-25T10:09:35.037" v="1264" actId="571"/>
          <ac:spMkLst>
            <pc:docMk/>
            <pc:sldMk cId="1600497696" sldId="473"/>
            <ac:spMk id="43" creationId="{97874DD0-97A2-C312-30FC-C14FBEFD3B5A}"/>
          </ac:spMkLst>
        </pc:spChg>
        <pc:spChg chg="add mod">
          <ac:chgData name="박 신영" userId="dc4b2b3c9ac3a666" providerId="LiveId" clId="{4AAAEB7C-E14D-4D96-8835-21457CE7D0A5}" dt="2022-08-25T10:09:35.037" v="1264" actId="571"/>
          <ac:spMkLst>
            <pc:docMk/>
            <pc:sldMk cId="1600497696" sldId="473"/>
            <ac:spMk id="44" creationId="{A58DB517-9EAC-C92F-37C8-4E8DC2DD2552}"/>
          </ac:spMkLst>
        </pc:spChg>
        <pc:spChg chg="add mod">
          <ac:chgData name="박 신영" userId="dc4b2b3c9ac3a666" providerId="LiveId" clId="{4AAAEB7C-E14D-4D96-8835-21457CE7D0A5}" dt="2022-08-25T10:09:35.037" v="1264" actId="571"/>
          <ac:spMkLst>
            <pc:docMk/>
            <pc:sldMk cId="1600497696" sldId="473"/>
            <ac:spMk id="45" creationId="{EF9F9976-D62D-D2E9-1A35-39087C16C9DB}"/>
          </ac:spMkLst>
        </pc:spChg>
        <pc:spChg chg="add mod">
          <ac:chgData name="박 신영" userId="dc4b2b3c9ac3a666" providerId="LiveId" clId="{4AAAEB7C-E14D-4D96-8835-21457CE7D0A5}" dt="2022-08-25T10:09:35.037" v="1264" actId="571"/>
          <ac:spMkLst>
            <pc:docMk/>
            <pc:sldMk cId="1600497696" sldId="473"/>
            <ac:spMk id="46" creationId="{34207EC1-B6B5-CBFC-B4BB-41FC702BEDE5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47" creationId="{47BD21AE-2EB0-AA05-AE3A-98986AC4232C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48" creationId="{473F5F80-CB1E-4B45-FF0B-A526587DE358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49" creationId="{5F30DC5F-8A26-C174-6845-12C6D0B15B8E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0" creationId="{944F4BD3-65FF-6EA0-5CBC-0EFEF81676A9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1" creationId="{2CD634F4-7E7C-CC71-453C-FFA648049C2D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2" creationId="{6B98291C-99E5-661A-707B-1D59E73A2509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3" creationId="{2B3A2736-2DB1-8572-5939-D6A0BEFB87F1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4" creationId="{C5E40577-B949-CCE9-DA1D-20BB47305862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5" creationId="{888B0ED7-1D04-87C0-0F3E-AE6D7A6C66F1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6" creationId="{207295AE-F303-B738-F6D6-E04916640FB4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7" creationId="{CA656CB5-D890-52A3-FCFC-5EFF73BCFA0E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8" creationId="{7733D1DA-5B29-DFCC-349F-344CB450AF67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59" creationId="{93789DCF-989A-15D0-CA5A-CB3F9C1DDA83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60" creationId="{5BB23F5E-FDBB-E6B9-CDE5-E7B406823145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61" creationId="{8D250604-FF33-2651-1CAA-4BD7FFA9C4A3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62" creationId="{2A6DD021-7DC5-56DB-BC01-B39BF36F51D3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63" creationId="{8D62BE7D-1333-D280-7E33-30A336D102A6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64" creationId="{F8FB1A08-9DCA-5CB1-C423-294E958305A9}"/>
          </ac:spMkLst>
        </pc:spChg>
        <pc:spChg chg="add del mod">
          <ac:chgData name="박 신영" userId="dc4b2b3c9ac3a666" providerId="LiveId" clId="{4AAAEB7C-E14D-4D96-8835-21457CE7D0A5}" dt="2022-08-25T12:57:00.052" v="3004" actId="478"/>
          <ac:spMkLst>
            <pc:docMk/>
            <pc:sldMk cId="1600497696" sldId="473"/>
            <ac:spMk id="65" creationId="{32C305A6-D34A-1A15-04A5-FECA00339B5C}"/>
          </ac:spMkLst>
        </pc:spChg>
        <pc:spChg chg="add del mod">
          <ac:chgData name="박 신영" userId="dc4b2b3c9ac3a666" providerId="LiveId" clId="{4AAAEB7C-E14D-4D96-8835-21457CE7D0A5}" dt="2022-08-25T12:57:00.052" v="3004" actId="478"/>
          <ac:spMkLst>
            <pc:docMk/>
            <pc:sldMk cId="1600497696" sldId="473"/>
            <ac:spMk id="66" creationId="{9EB21235-3EAE-BE06-4060-6E3FC5ECB9D7}"/>
          </ac:spMkLst>
        </pc:spChg>
        <pc:spChg chg="add del mod">
          <ac:chgData name="박 신영" userId="dc4b2b3c9ac3a666" providerId="LiveId" clId="{4AAAEB7C-E14D-4D96-8835-21457CE7D0A5}" dt="2022-08-25T12:57:00.052" v="3004" actId="478"/>
          <ac:spMkLst>
            <pc:docMk/>
            <pc:sldMk cId="1600497696" sldId="473"/>
            <ac:spMk id="67" creationId="{FCB0200A-584B-C010-2AAF-79B11A21ED7A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68" creationId="{7B516B6D-DBB6-3A1D-1873-84373168E23F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69" creationId="{9ACFC1EF-45BB-FB29-24E6-4ED79333B67B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70" creationId="{B92E01D6-EB57-1D56-570F-B91DCC60AF5D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71" creationId="{C26C469D-8A47-8CFC-A8F5-BF820A82B25B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72" creationId="{D0B688C0-C356-2A8B-936C-44CABF07C164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73" creationId="{C49D3B08-E8CC-7DF5-C1F2-ECA5FD3BB0BB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74" creationId="{2C0CC43B-8B9B-878F-D219-9190D37B5E49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75" creationId="{A5B32A42-FF3E-8688-8C85-76C78BFFB9A1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76" creationId="{7ACBA045-0D88-9679-C451-20ECEB349B2F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77" creationId="{27FBBE00-73AC-86C1-ACDA-05D0350AD331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78" creationId="{CAE6AF8A-F0E3-B489-62CD-B33D7581F197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79" creationId="{4A9512C5-8978-CE96-F84B-75335864C4D3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80" creationId="{FADAFCF4-CDA6-51D6-88FC-BAFC239317EA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81" creationId="{AB6891B1-B181-1D7B-DC74-278ACC58CAC6}"/>
          </ac:spMkLst>
        </pc:spChg>
        <pc:spChg chg="add del mod">
          <ac:chgData name="박 신영" userId="dc4b2b3c9ac3a666" providerId="LiveId" clId="{4AAAEB7C-E14D-4D96-8835-21457CE7D0A5}" dt="2022-08-25T12:57:00.052" v="3004" actId="478"/>
          <ac:spMkLst>
            <pc:docMk/>
            <pc:sldMk cId="1600497696" sldId="473"/>
            <ac:spMk id="82" creationId="{1A5A9160-280E-810F-7757-D3BBDAAC6784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83" creationId="{CEF28A98-7D02-26DC-3254-57C82C0E8D9C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84" creationId="{64EE49DC-FBFE-8A29-7D6D-B5381601600A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85" creationId="{9D944A08-9718-8E93-7F0A-D95A4D8CCD0D}"/>
          </ac:spMkLst>
        </pc:spChg>
        <pc:spChg chg="add mod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86" creationId="{36A07661-AEC3-8EB6-54C5-74EDD0E76C94}"/>
          </ac:spMkLst>
        </pc:spChg>
        <pc:spChg chg="add del mod">
          <ac:chgData name="박 신영" userId="dc4b2b3c9ac3a666" providerId="LiveId" clId="{4AAAEB7C-E14D-4D96-8835-21457CE7D0A5}" dt="2022-08-25T10:14:51.969" v="1366"/>
          <ac:spMkLst>
            <pc:docMk/>
            <pc:sldMk cId="1600497696" sldId="473"/>
            <ac:spMk id="87" creationId="{7D8BEFDC-F7A8-62EB-6B49-B6D7F4E6CCA7}"/>
          </ac:spMkLst>
        </pc:spChg>
        <pc:spChg chg="add del mod">
          <ac:chgData name="박 신영" userId="dc4b2b3c9ac3a666" providerId="LiveId" clId="{4AAAEB7C-E14D-4D96-8835-21457CE7D0A5}" dt="2022-08-25T10:14:51.969" v="1366"/>
          <ac:spMkLst>
            <pc:docMk/>
            <pc:sldMk cId="1600497696" sldId="473"/>
            <ac:spMk id="88" creationId="{0A3C97FB-EE4E-6080-E16D-879477716E92}"/>
          </ac:spMkLst>
        </pc:spChg>
        <pc:spChg chg="add mod">
          <ac:chgData name="박 신영" userId="dc4b2b3c9ac3a666" providerId="LiveId" clId="{4AAAEB7C-E14D-4D96-8835-21457CE7D0A5}" dt="2022-08-25T12:55:54.640" v="2982" actId="1076"/>
          <ac:spMkLst>
            <pc:docMk/>
            <pc:sldMk cId="1600497696" sldId="473"/>
            <ac:spMk id="89" creationId="{B2B2B2FA-19CE-3428-83F9-B5E52D8D9918}"/>
          </ac:spMkLst>
        </pc:spChg>
        <pc:spChg chg="add mod">
          <ac:chgData name="박 신영" userId="dc4b2b3c9ac3a666" providerId="LiveId" clId="{4AAAEB7C-E14D-4D96-8835-21457CE7D0A5}" dt="2022-08-25T12:55:54.640" v="2982" actId="1076"/>
          <ac:spMkLst>
            <pc:docMk/>
            <pc:sldMk cId="1600497696" sldId="473"/>
            <ac:spMk id="90" creationId="{E7ED3260-128F-56C3-2096-EF2E984B99E1}"/>
          </ac:spMkLst>
        </pc:spChg>
        <pc:spChg chg="add del mod">
          <ac:chgData name="박 신영" userId="dc4b2b3c9ac3a666" providerId="LiveId" clId="{4AAAEB7C-E14D-4D96-8835-21457CE7D0A5}" dt="2022-08-25T10:20:13.369" v="1635" actId="478"/>
          <ac:spMkLst>
            <pc:docMk/>
            <pc:sldMk cId="1600497696" sldId="473"/>
            <ac:spMk id="91" creationId="{101EDA69-0EDB-A4CC-37BA-89C16A096F72}"/>
          </ac:spMkLst>
        </pc:spChg>
        <pc:spChg chg="add del mod">
          <ac:chgData name="박 신영" userId="dc4b2b3c9ac3a666" providerId="LiveId" clId="{4AAAEB7C-E14D-4D96-8835-21457CE7D0A5}" dt="2022-08-25T10:20:08.521" v="1633" actId="478"/>
          <ac:spMkLst>
            <pc:docMk/>
            <pc:sldMk cId="1600497696" sldId="473"/>
            <ac:spMk id="92" creationId="{BD334935-2CF1-D23A-D6EB-C8EFA907C210}"/>
          </ac:spMkLst>
        </pc:spChg>
        <pc:spChg chg="add del mod">
          <ac:chgData name="박 신영" userId="dc4b2b3c9ac3a666" providerId="LiveId" clId="{4AAAEB7C-E14D-4D96-8835-21457CE7D0A5}" dt="2022-08-25T12:58:18.407" v="3076" actId="478"/>
          <ac:spMkLst>
            <pc:docMk/>
            <pc:sldMk cId="1600497696" sldId="473"/>
            <ac:spMk id="93" creationId="{0FD858CF-E445-FB08-EF99-8EEB90D7882E}"/>
          </ac:spMkLst>
        </pc:spChg>
        <pc:spChg chg="add del mod">
          <ac:chgData name="박 신영" userId="dc4b2b3c9ac3a666" providerId="LiveId" clId="{4AAAEB7C-E14D-4D96-8835-21457CE7D0A5}" dt="2022-08-25T12:58:18.407" v="3076" actId="478"/>
          <ac:spMkLst>
            <pc:docMk/>
            <pc:sldMk cId="1600497696" sldId="473"/>
            <ac:spMk id="94" creationId="{475DE916-E1FA-6A8F-0DE8-ECA0203EE909}"/>
          </ac:spMkLst>
        </pc:spChg>
        <pc:spChg chg="add del mod">
          <ac:chgData name="박 신영" userId="dc4b2b3c9ac3a666" providerId="LiveId" clId="{4AAAEB7C-E14D-4D96-8835-21457CE7D0A5}" dt="2022-08-25T10:21:05.038" v="1788" actId="478"/>
          <ac:spMkLst>
            <pc:docMk/>
            <pc:sldMk cId="1600497696" sldId="473"/>
            <ac:spMk id="95" creationId="{7787C77B-0DED-A132-552E-A09FACEC3BF8}"/>
          </ac:spMkLst>
        </pc:spChg>
        <pc:spChg chg="add del mod">
          <ac:chgData name="박 신영" userId="dc4b2b3c9ac3a666" providerId="LiveId" clId="{4AAAEB7C-E14D-4D96-8835-21457CE7D0A5}" dt="2022-08-25T12:58:18.407" v="3076" actId="478"/>
          <ac:spMkLst>
            <pc:docMk/>
            <pc:sldMk cId="1600497696" sldId="473"/>
            <ac:spMk id="96" creationId="{F98942F5-8C71-B1C0-FDEC-D2402B242C20}"/>
          </ac:spMkLst>
        </pc:spChg>
        <pc:spChg chg="add mod">
          <ac:chgData name="박 신영" userId="dc4b2b3c9ac3a666" providerId="LiveId" clId="{4AAAEB7C-E14D-4D96-8835-21457CE7D0A5}" dt="2022-08-25T12:55:54.640" v="2982" actId="1076"/>
          <ac:spMkLst>
            <pc:docMk/>
            <pc:sldMk cId="1600497696" sldId="473"/>
            <ac:spMk id="97" creationId="{5017B48A-F2D8-CD9B-D4E0-E9051D615E8F}"/>
          </ac:spMkLst>
        </pc:spChg>
        <pc:spChg chg="add mod">
          <ac:chgData name="박 신영" userId="dc4b2b3c9ac3a666" providerId="LiveId" clId="{4AAAEB7C-E14D-4D96-8835-21457CE7D0A5}" dt="2022-08-25T13:05:25.443" v="3121"/>
          <ac:spMkLst>
            <pc:docMk/>
            <pc:sldMk cId="1600497696" sldId="473"/>
            <ac:spMk id="98" creationId="{1975B174-6EA1-FD12-500D-84E8422768D3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99" creationId="{BE7F6DF3-C439-DC14-5925-14A295971E43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00" creationId="{EDE88287-E2F6-EA21-9097-1AC6BB6DDA07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01" creationId="{BA29B301-F6AB-6F77-5CF8-F1D77D02C692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02" creationId="{9D747659-0283-BEB2-57A1-5CE1A9541EC5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03" creationId="{BD6D49D2-5E32-356A-D9F3-8B111A082EC7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04" creationId="{94DCFC8F-9B25-5617-BBE9-13F8E7E98017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05" creationId="{A4789410-D1C7-E75C-BC7D-3200F4309D55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06" creationId="{2915C1CF-E09E-4E47-C14B-F4456E2E029F}"/>
          </ac:spMkLst>
        </pc:spChg>
        <pc:spChg chg="add del mod topLvl">
          <ac:chgData name="박 신영" userId="dc4b2b3c9ac3a666" providerId="LiveId" clId="{4AAAEB7C-E14D-4D96-8835-21457CE7D0A5}" dt="2022-08-25T12:57:00.052" v="3004" actId="478"/>
          <ac:spMkLst>
            <pc:docMk/>
            <pc:sldMk cId="1600497696" sldId="473"/>
            <ac:spMk id="107" creationId="{E586D354-67EE-6819-7F6A-8ACE19203D1C}"/>
          </ac:spMkLst>
        </pc:spChg>
        <pc:spChg chg="add mod topLvl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108" creationId="{C98B3F58-D7E3-AE15-5222-DDC98A27B7D2}"/>
          </ac:spMkLst>
        </pc:spChg>
        <pc:spChg chg="add mod topLvl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109" creationId="{12301909-E622-2B2E-F51C-6C7EFD987618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10" creationId="{5F4FE05A-4C71-2FC2-861F-A8741FA5F790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11" creationId="{A34BFE7C-2F8C-E5E9-DA0B-63118FEF0125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12" creationId="{AC9FD781-0362-2597-4D36-1E0C1870FABA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13" creationId="{AB2F7829-A675-2A0E-489B-096E361D6F0D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14" creationId="{6E15ADBA-BE46-556C-110B-BBF4A73FAC49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15" creationId="{37703498-5259-2735-6A99-6BC6AD8C96A2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16" creationId="{F9221AFA-D622-D809-880B-39C648CE6EA9}"/>
          </ac:spMkLst>
        </pc:spChg>
        <pc:spChg chg="add 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17" creationId="{9B0A328D-0551-5A81-F5B5-DB16121FCB11}"/>
          </ac:spMkLst>
        </pc:spChg>
        <pc:spChg chg="add del mod topLvl">
          <ac:chgData name="박 신영" userId="dc4b2b3c9ac3a666" providerId="LiveId" clId="{4AAAEB7C-E14D-4D96-8835-21457CE7D0A5}" dt="2022-08-25T12:57:00.052" v="3004" actId="478"/>
          <ac:spMkLst>
            <pc:docMk/>
            <pc:sldMk cId="1600497696" sldId="473"/>
            <ac:spMk id="118" creationId="{905B5BF3-B5AB-8BC2-962B-879605D1A047}"/>
          </ac:spMkLst>
        </pc:spChg>
        <pc:spChg chg="add mod topLvl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119" creationId="{D96F2E8F-142C-7645-85A8-0F9F0956F2B3}"/>
          </ac:spMkLst>
        </pc:spChg>
        <pc:spChg chg="add mod topLvl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120" creationId="{7B9E3EBE-B2CF-C957-97C6-703A2CA1C2A3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23" creationId="{AA0F5AC9-0D5D-EB2A-E962-01D9DBD743C2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24" creationId="{5367D5D9-5B7A-A557-0C6F-7C357D1C68C3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25" creationId="{9719BBCD-BEC4-E75A-57A7-55DDD39660D0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26" creationId="{E9528B95-1FEF-18A4-D190-72FCE7F5D582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27" creationId="{94695C72-4623-1FF1-411B-3B57AF337873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28" creationId="{BDAADBBE-751D-D47B-46D2-FE2DCDD9E601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29" creationId="{D551DD02-AEE9-F394-0DD0-5BBC4993C218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30" creationId="{90C7C75D-41EC-F1C7-08F2-E2DA63DA1CA7}"/>
          </ac:spMkLst>
        </pc:spChg>
        <pc:spChg chg="del mod topLvl">
          <ac:chgData name="박 신영" userId="dc4b2b3c9ac3a666" providerId="LiveId" clId="{4AAAEB7C-E14D-4D96-8835-21457CE7D0A5}" dt="2022-08-25T12:57:00.052" v="3004" actId="478"/>
          <ac:spMkLst>
            <pc:docMk/>
            <pc:sldMk cId="1600497696" sldId="473"/>
            <ac:spMk id="131" creationId="{F1E71CE1-E89A-482B-FE1C-715FDEDBFA19}"/>
          </ac:spMkLst>
        </pc:spChg>
        <pc:spChg chg="mod topLvl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132" creationId="{87A684A9-2ECE-43E1-C8C8-2AC7768D9DC3}"/>
          </ac:spMkLst>
        </pc:spChg>
        <pc:spChg chg="mod topLvl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133" creationId="{7912C0C6-12CC-C0C3-D790-F38239052393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34" creationId="{FDD17871-A19D-8B0E-2BDD-21A440F91A88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35" creationId="{59B4AC78-72E2-3DEF-7CFE-3D6DBB566516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36" creationId="{32FC7CB9-5899-5135-E2BC-9397F3E45B3F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37" creationId="{2ECF34FB-BEAE-32D3-047B-A76CE0F66914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38" creationId="{AF95C503-576C-1249-F1DB-F5693668AAEF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39" creationId="{F49F07FE-0AB3-DA09-1177-7B210098C8F6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40" creationId="{21A06B52-67CC-4446-BC7F-21DFD7B304E1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41" creationId="{FBF156B0-1260-BD9B-0F10-935233DB7CDE}"/>
          </ac:spMkLst>
        </pc:spChg>
        <pc:spChg chg="del mod topLvl">
          <ac:chgData name="박 신영" userId="dc4b2b3c9ac3a666" providerId="LiveId" clId="{4AAAEB7C-E14D-4D96-8835-21457CE7D0A5}" dt="2022-08-25T12:57:00.052" v="3004" actId="478"/>
          <ac:spMkLst>
            <pc:docMk/>
            <pc:sldMk cId="1600497696" sldId="473"/>
            <ac:spMk id="142" creationId="{539EB237-5537-F80A-22B6-DB718C7493EF}"/>
          </ac:spMkLst>
        </pc:spChg>
        <pc:spChg chg="mod topLvl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143" creationId="{55191078-53E3-33AD-644C-F9B4B74F87E3}"/>
          </ac:spMkLst>
        </pc:spChg>
        <pc:spChg chg="mod topLvl">
          <ac:chgData name="박 신영" userId="dc4b2b3c9ac3a666" providerId="LiveId" clId="{4AAAEB7C-E14D-4D96-8835-21457CE7D0A5}" dt="2022-08-25T13:07:27.804" v="3196" actId="1076"/>
          <ac:spMkLst>
            <pc:docMk/>
            <pc:sldMk cId="1600497696" sldId="473"/>
            <ac:spMk id="144" creationId="{68AD927C-96D0-A37E-59EA-08FD6E4A4FA4}"/>
          </ac:spMkLst>
        </pc:spChg>
        <pc:spChg chg="mod">
          <ac:chgData name="박 신영" userId="dc4b2b3c9ac3a666" providerId="LiveId" clId="{4AAAEB7C-E14D-4D96-8835-21457CE7D0A5}" dt="2022-08-25T12:57:07.423" v="3005"/>
          <ac:spMkLst>
            <pc:docMk/>
            <pc:sldMk cId="1600497696" sldId="473"/>
            <ac:spMk id="147" creationId="{334FE9AE-14F4-6BE2-5D08-BDEF0520E9D6}"/>
          </ac:spMkLst>
        </pc:spChg>
        <pc:spChg chg="mod">
          <ac:chgData name="박 신영" userId="dc4b2b3c9ac3a666" providerId="LiveId" clId="{4AAAEB7C-E14D-4D96-8835-21457CE7D0A5}" dt="2022-08-25T12:57:07.423" v="3005"/>
          <ac:spMkLst>
            <pc:docMk/>
            <pc:sldMk cId="1600497696" sldId="473"/>
            <ac:spMk id="148" creationId="{A8477F1A-D939-5F31-4BA4-0B8E66536DE6}"/>
          </ac:spMkLst>
        </pc:spChg>
        <pc:spChg chg="mod">
          <ac:chgData name="박 신영" userId="dc4b2b3c9ac3a666" providerId="LiveId" clId="{4AAAEB7C-E14D-4D96-8835-21457CE7D0A5}" dt="2022-08-25T12:57:07.423" v="3005"/>
          <ac:spMkLst>
            <pc:docMk/>
            <pc:sldMk cId="1600497696" sldId="473"/>
            <ac:spMk id="149" creationId="{9BA6DD7A-6A1C-7573-0AB9-B4565017BDE3}"/>
          </ac:spMkLst>
        </pc:spChg>
        <pc:spChg chg="add mod">
          <ac:chgData name="박 신영" userId="dc4b2b3c9ac3a666" providerId="LiveId" clId="{4AAAEB7C-E14D-4D96-8835-21457CE7D0A5}" dt="2022-08-25T12:58:43.159" v="3079" actId="164"/>
          <ac:spMkLst>
            <pc:docMk/>
            <pc:sldMk cId="1600497696" sldId="473"/>
            <ac:spMk id="150" creationId="{9569AEA0-1EBC-E562-06AC-2CC1D2700B7E}"/>
          </ac:spMkLst>
        </pc:spChg>
        <pc:spChg chg="add mod">
          <ac:chgData name="박 신영" userId="dc4b2b3c9ac3a666" providerId="LiveId" clId="{4AAAEB7C-E14D-4D96-8835-21457CE7D0A5}" dt="2022-08-25T12:58:43.159" v="3079" actId="164"/>
          <ac:spMkLst>
            <pc:docMk/>
            <pc:sldMk cId="1600497696" sldId="473"/>
            <ac:spMk id="151" creationId="{D656DEAB-5DE8-FECF-6562-6E8A2E7E0A0B}"/>
          </ac:spMkLst>
        </pc:spChg>
        <pc:spChg chg="add mod">
          <ac:chgData name="박 신영" userId="dc4b2b3c9ac3a666" providerId="LiveId" clId="{4AAAEB7C-E14D-4D96-8835-21457CE7D0A5}" dt="2022-08-25T12:59:28.430" v="3095" actId="164"/>
          <ac:spMkLst>
            <pc:docMk/>
            <pc:sldMk cId="1600497696" sldId="473"/>
            <ac:spMk id="152" creationId="{C4F59958-A2A6-E797-E8B8-4EA4F1F1BD43}"/>
          </ac:spMkLst>
        </pc:spChg>
        <pc:spChg chg="add mod">
          <ac:chgData name="박 신영" userId="dc4b2b3c9ac3a666" providerId="LiveId" clId="{4AAAEB7C-E14D-4D96-8835-21457CE7D0A5}" dt="2022-08-25T12:59:28.430" v="3095" actId="164"/>
          <ac:spMkLst>
            <pc:docMk/>
            <pc:sldMk cId="1600497696" sldId="473"/>
            <ac:spMk id="153" creationId="{C3C7C132-60D0-B864-46DF-AAD5F964609A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56" creationId="{8A1E4162-8C9C-0E36-35AE-C742017C64E7}"/>
          </ac:spMkLst>
        </pc:spChg>
        <pc:spChg chg="mod topLvl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58" creationId="{DF54624B-8EF7-7DA8-F680-914464DD797E}"/>
          </ac:spMkLst>
        </pc:spChg>
        <pc:spChg chg="del mod topLvl">
          <ac:chgData name="박 신영" userId="dc4b2b3c9ac3a666" providerId="LiveId" clId="{4AAAEB7C-E14D-4D96-8835-21457CE7D0A5}" dt="2022-08-25T13:03:19.330" v="3107" actId="478"/>
          <ac:spMkLst>
            <pc:docMk/>
            <pc:sldMk cId="1600497696" sldId="473"/>
            <ac:spMk id="159" creationId="{F80EB4FA-0224-31AF-DCD7-BC44CAB42EB7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60" creationId="{8D151B74-C5B4-382D-61E5-732A5D85E1CE}"/>
          </ac:spMkLst>
        </pc:spChg>
        <pc:spChg chg="add mod">
          <ac:chgData name="박 신영" userId="dc4b2b3c9ac3a666" providerId="LiveId" clId="{4AAAEB7C-E14D-4D96-8835-21457CE7D0A5}" dt="2022-08-25T13:04:17.884" v="3114" actId="571"/>
          <ac:spMkLst>
            <pc:docMk/>
            <pc:sldMk cId="1600497696" sldId="473"/>
            <ac:spMk id="161" creationId="{0BFF639E-E5C7-9699-2ADD-8946295BC372}"/>
          </ac:spMkLst>
        </pc:spChg>
        <pc:spChg chg="add mod">
          <ac:chgData name="박 신영" userId="dc4b2b3c9ac3a666" providerId="LiveId" clId="{4AAAEB7C-E14D-4D96-8835-21457CE7D0A5}" dt="2022-08-25T13:04:17.884" v="3114" actId="571"/>
          <ac:spMkLst>
            <pc:docMk/>
            <pc:sldMk cId="1600497696" sldId="473"/>
            <ac:spMk id="162" creationId="{2DD0D163-BA14-4C95-617F-DAF9A74C10B8}"/>
          </ac:spMkLst>
        </pc:spChg>
        <pc:spChg chg="add mod">
          <ac:chgData name="박 신영" userId="dc4b2b3c9ac3a666" providerId="LiveId" clId="{4AAAEB7C-E14D-4D96-8835-21457CE7D0A5}" dt="2022-08-25T13:05:54.147" v="3180" actId="1076"/>
          <ac:spMkLst>
            <pc:docMk/>
            <pc:sldMk cId="1600497696" sldId="473"/>
            <ac:spMk id="163" creationId="{B813D9E4-EB3D-1A07-45C6-E04F84591855}"/>
          </ac:spMkLst>
        </pc:spChg>
        <pc:spChg chg="add del mod">
          <ac:chgData name="박 신영" userId="dc4b2b3c9ac3a666" providerId="LiveId" clId="{4AAAEB7C-E14D-4D96-8835-21457CE7D0A5}" dt="2022-08-25T13:05:39.189" v="3170" actId="478"/>
          <ac:spMkLst>
            <pc:docMk/>
            <pc:sldMk cId="1600497696" sldId="473"/>
            <ac:spMk id="164" creationId="{2D815347-E112-8499-9697-6EBC9270AF93}"/>
          </ac:spMkLst>
        </pc:spChg>
        <pc:spChg chg="add mod">
          <ac:chgData name="박 신영" userId="dc4b2b3c9ac3a666" providerId="LiveId" clId="{4AAAEB7C-E14D-4D96-8835-21457CE7D0A5}" dt="2022-08-25T13:05:50.886" v="3179"/>
          <ac:spMkLst>
            <pc:docMk/>
            <pc:sldMk cId="1600497696" sldId="473"/>
            <ac:spMk id="165" creationId="{AFB512E0-B616-00AF-5344-76AA6C884C10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66" creationId="{9239B9C7-5FBC-D7EF-5C44-A01972F5FA41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67" creationId="{2CFE74E6-E87B-D529-2E33-F82117A7FC85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68" creationId="{55A4EFC2-AAAE-B0E9-8718-A2B66E79725C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69" creationId="{927F5DA7-28BF-8292-DB56-98CC1033180D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0" creationId="{F5B5624A-0355-C66B-6740-55F2ACA48B03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1" creationId="{8C1D68EE-90FA-84E4-D6BA-420CC0B3C9D0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2" creationId="{A0C04C7D-76B1-C55E-E536-EE726FAF4092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3" creationId="{EE839B94-1994-6C15-1ACC-01BA90A75E12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4" creationId="{BD0B813F-C386-693B-0BA2-1275D187C8E6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5" creationId="{9A618661-699A-7628-D581-F09ADEB96B84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6" creationId="{5D00773F-23D3-96DE-C0B2-028BCFEA9195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7" creationId="{97AEEAD3-D274-170D-4925-CCC01A7941AD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8" creationId="{B8AE101D-8BB5-4B53-31B5-165A257C6B34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79" creationId="{031FC3C4-6BAA-9E30-CEDE-E8F3CBD4908E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0" creationId="{A8300C5A-1CBE-0C9C-8BC4-D7F5B1991627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1" creationId="{A0060D43-A03A-9D61-51D0-6945A44923A6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2" creationId="{30B51996-58A4-0D02-EA9C-495D41F0F4EA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3" creationId="{50CE9A28-7E3D-C6BB-EF3A-F1410F78BE70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4" creationId="{C0066ADD-CC40-7AD2-4351-12B2084E4CB9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5" creationId="{A6B69230-C984-3A43-3D13-FACA69814DEF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6" creationId="{F5A2D13A-E612-2E46-CB48-149A9730DA10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7" creationId="{149755DB-46DB-9ECE-D203-63F690E9EBC2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8" creationId="{C1DBF6F1-A7DC-9065-781D-8DD11A2B13D6}"/>
          </ac:spMkLst>
        </pc:spChg>
        <pc:spChg chg="add mod">
          <ac:chgData name="박 신영" userId="dc4b2b3c9ac3a666" providerId="LiveId" clId="{4AAAEB7C-E14D-4D96-8835-21457CE7D0A5}" dt="2022-08-25T13:07:37.949" v="3197" actId="1076"/>
          <ac:spMkLst>
            <pc:docMk/>
            <pc:sldMk cId="1600497696" sldId="473"/>
            <ac:spMk id="189" creationId="{1CEB566C-7553-D9C1-DA43-D1746973ACB3}"/>
          </ac:spMkLst>
        </pc:spChg>
        <pc:spChg chg="add mod">
          <ac:chgData name="박 신영" userId="dc4b2b3c9ac3a666" providerId="LiveId" clId="{4AAAEB7C-E14D-4D96-8835-21457CE7D0A5}" dt="2022-08-25T13:08:22.879" v="3247" actId="207"/>
          <ac:spMkLst>
            <pc:docMk/>
            <pc:sldMk cId="1600497696" sldId="473"/>
            <ac:spMk id="190" creationId="{35095961-AA4A-1E27-3511-467033846AC8}"/>
          </ac:spMkLst>
        </pc:spChg>
        <pc:spChg chg="add mod">
          <ac:chgData name="박 신영" userId="dc4b2b3c9ac3a666" providerId="LiveId" clId="{4AAAEB7C-E14D-4D96-8835-21457CE7D0A5}" dt="2022-08-25T13:11:07.531" v="3255" actId="164"/>
          <ac:spMkLst>
            <pc:docMk/>
            <pc:sldMk cId="1600497696" sldId="473"/>
            <ac:spMk id="191" creationId="{B85E3C54-F545-C081-0012-C8C003537EBB}"/>
          </ac:spMkLst>
        </pc:spChg>
        <pc:spChg chg="add mod">
          <ac:chgData name="박 신영" userId="dc4b2b3c9ac3a666" providerId="LiveId" clId="{4AAAEB7C-E14D-4D96-8835-21457CE7D0A5}" dt="2022-08-25T13:12:22.240" v="3262" actId="14100"/>
          <ac:spMkLst>
            <pc:docMk/>
            <pc:sldMk cId="1600497696" sldId="473"/>
            <ac:spMk id="195" creationId="{7D5EADDB-F249-92FD-7294-AB2275BF3068}"/>
          </ac:spMkLst>
        </pc:spChg>
        <pc:spChg chg="add mod">
          <ac:chgData name="박 신영" userId="dc4b2b3c9ac3a666" providerId="LiveId" clId="{4AAAEB7C-E14D-4D96-8835-21457CE7D0A5}" dt="2022-08-25T13:12:22.240" v="3262" actId="14100"/>
          <ac:spMkLst>
            <pc:docMk/>
            <pc:sldMk cId="1600497696" sldId="473"/>
            <ac:spMk id="196" creationId="{12FFB393-7163-EAFE-AA97-206487FD3DCE}"/>
          </ac:spMkLst>
        </pc:spChg>
        <pc:spChg chg="add mod">
          <ac:chgData name="박 신영" userId="dc4b2b3c9ac3a666" providerId="LiveId" clId="{4AAAEB7C-E14D-4D96-8835-21457CE7D0A5}" dt="2022-08-25T13:12:22.240" v="3262" actId="14100"/>
          <ac:spMkLst>
            <pc:docMk/>
            <pc:sldMk cId="1600497696" sldId="473"/>
            <ac:spMk id="197" creationId="{BE0C2E96-D4CE-213E-D21B-A9A290EEB9AB}"/>
          </ac:spMkLst>
        </pc:spChg>
        <pc:spChg chg="add mod">
          <ac:chgData name="박 신영" userId="dc4b2b3c9ac3a666" providerId="LiveId" clId="{4AAAEB7C-E14D-4D96-8835-21457CE7D0A5}" dt="2022-08-25T13:12:22.240" v="3262" actId="14100"/>
          <ac:spMkLst>
            <pc:docMk/>
            <pc:sldMk cId="1600497696" sldId="473"/>
            <ac:spMk id="198" creationId="{44E309E6-5115-7896-3DED-98936E483A10}"/>
          </ac:spMkLst>
        </pc:spChg>
        <pc:spChg chg="add mod">
          <ac:chgData name="박 신영" userId="dc4b2b3c9ac3a666" providerId="LiveId" clId="{4AAAEB7C-E14D-4D96-8835-21457CE7D0A5}" dt="2022-08-25T13:12:26.336" v="3263" actId="571"/>
          <ac:spMkLst>
            <pc:docMk/>
            <pc:sldMk cId="1600497696" sldId="473"/>
            <ac:spMk id="199" creationId="{5C806F18-4557-B311-6501-E71C64E46A47}"/>
          </ac:spMkLst>
        </pc:spChg>
        <pc:spChg chg="add mod">
          <ac:chgData name="박 신영" userId="dc4b2b3c9ac3a666" providerId="LiveId" clId="{4AAAEB7C-E14D-4D96-8835-21457CE7D0A5}" dt="2022-08-25T13:12:26.336" v="3263" actId="571"/>
          <ac:spMkLst>
            <pc:docMk/>
            <pc:sldMk cId="1600497696" sldId="473"/>
            <ac:spMk id="200" creationId="{69DDCC5F-718D-542A-4ED1-C11935170884}"/>
          </ac:spMkLst>
        </pc:spChg>
        <pc:spChg chg="add mod">
          <ac:chgData name="박 신영" userId="dc4b2b3c9ac3a666" providerId="LiveId" clId="{4AAAEB7C-E14D-4D96-8835-21457CE7D0A5}" dt="2022-08-25T13:12:26.336" v="3263" actId="571"/>
          <ac:spMkLst>
            <pc:docMk/>
            <pc:sldMk cId="1600497696" sldId="473"/>
            <ac:spMk id="201" creationId="{FD2C85B6-5670-C66A-B63D-42A786D2AFC5}"/>
          </ac:spMkLst>
        </pc:spChg>
        <pc:spChg chg="add mod">
          <ac:chgData name="박 신영" userId="dc4b2b3c9ac3a666" providerId="LiveId" clId="{4AAAEB7C-E14D-4D96-8835-21457CE7D0A5}" dt="2022-08-25T13:12:26.336" v="3263" actId="571"/>
          <ac:spMkLst>
            <pc:docMk/>
            <pc:sldMk cId="1600497696" sldId="473"/>
            <ac:spMk id="202" creationId="{EE271A1D-33EE-8EE1-8B9C-5766EDC0A5D8}"/>
          </ac:spMkLst>
        </pc:spChg>
        <pc:grpChg chg="add del mod topLvl">
          <ac:chgData name="박 신영" userId="dc4b2b3c9ac3a666" providerId="LiveId" clId="{4AAAEB7C-E14D-4D96-8835-21457CE7D0A5}" dt="2022-08-25T12:56:53.641" v="3003" actId="165"/>
          <ac:grpSpMkLst>
            <pc:docMk/>
            <pc:sldMk cId="1600497696" sldId="473"/>
            <ac:grpSpMk id="121" creationId="{E78D9A25-A5F8-EB21-F452-8EE647D01FFD}"/>
          </ac:grpSpMkLst>
        </pc:grpChg>
        <pc:grpChg chg="add del mod topLvl">
          <ac:chgData name="박 신영" userId="dc4b2b3c9ac3a666" providerId="LiveId" clId="{4AAAEB7C-E14D-4D96-8835-21457CE7D0A5}" dt="2022-08-25T12:56:53.641" v="3003" actId="165"/>
          <ac:grpSpMkLst>
            <pc:docMk/>
            <pc:sldMk cId="1600497696" sldId="473"/>
            <ac:grpSpMk id="122" creationId="{9D704BEF-C3E1-B270-D52E-AE8A5DCCCCC9}"/>
          </ac:grpSpMkLst>
        </pc:grpChg>
        <pc:grpChg chg="add del mod">
          <ac:chgData name="박 신영" userId="dc4b2b3c9ac3a666" providerId="LiveId" clId="{4AAAEB7C-E14D-4D96-8835-21457CE7D0A5}" dt="2022-08-25T12:56:50.272" v="3002" actId="165"/>
          <ac:grpSpMkLst>
            <pc:docMk/>
            <pc:sldMk cId="1600497696" sldId="473"/>
            <ac:grpSpMk id="145" creationId="{1396C6E2-2C15-CED7-3A6F-C6073505BC49}"/>
          </ac:grpSpMkLst>
        </pc:grpChg>
        <pc:grpChg chg="add mod">
          <ac:chgData name="박 신영" userId="dc4b2b3c9ac3a666" providerId="LiveId" clId="{4AAAEB7C-E14D-4D96-8835-21457CE7D0A5}" dt="2022-08-25T13:46:18.935" v="3484" actId="1076"/>
          <ac:grpSpMkLst>
            <pc:docMk/>
            <pc:sldMk cId="1600497696" sldId="473"/>
            <ac:grpSpMk id="146" creationId="{C8872262-D2F8-349F-1C0A-9A54DBB124BA}"/>
          </ac:grpSpMkLst>
        </pc:grpChg>
        <pc:grpChg chg="add mod">
          <ac:chgData name="박 신영" userId="dc4b2b3c9ac3a666" providerId="LiveId" clId="{4AAAEB7C-E14D-4D96-8835-21457CE7D0A5}" dt="2022-08-25T13:07:37.949" v="3197" actId="1076"/>
          <ac:grpSpMkLst>
            <pc:docMk/>
            <pc:sldMk cId="1600497696" sldId="473"/>
            <ac:grpSpMk id="154" creationId="{295F278A-65F9-F5B2-8121-EF0DE7E9FC47}"/>
          </ac:grpSpMkLst>
        </pc:grpChg>
        <pc:grpChg chg="add mod">
          <ac:chgData name="박 신영" userId="dc4b2b3c9ac3a666" providerId="LiveId" clId="{4AAAEB7C-E14D-4D96-8835-21457CE7D0A5}" dt="2022-08-25T13:07:37.949" v="3197" actId="1076"/>
          <ac:grpSpMkLst>
            <pc:docMk/>
            <pc:sldMk cId="1600497696" sldId="473"/>
            <ac:grpSpMk id="155" creationId="{3C6BB688-3D4C-F0B8-DFF4-DC1EEC4E25D1}"/>
          </ac:grpSpMkLst>
        </pc:grpChg>
        <pc:grpChg chg="add del mod">
          <ac:chgData name="박 신영" userId="dc4b2b3c9ac3a666" providerId="LiveId" clId="{4AAAEB7C-E14D-4D96-8835-21457CE7D0A5}" dt="2022-08-25T13:03:14.242" v="3104" actId="165"/>
          <ac:grpSpMkLst>
            <pc:docMk/>
            <pc:sldMk cId="1600497696" sldId="473"/>
            <ac:grpSpMk id="157" creationId="{7831FEBA-BF22-4DAF-5E26-CA1B96ACF97C}"/>
          </ac:grpSpMkLst>
        </pc:grpChg>
        <pc:grpChg chg="add mod">
          <ac:chgData name="박 신영" userId="dc4b2b3c9ac3a666" providerId="LiveId" clId="{4AAAEB7C-E14D-4D96-8835-21457CE7D0A5}" dt="2022-08-25T13:11:16.302" v="3259" actId="1076"/>
          <ac:grpSpMkLst>
            <pc:docMk/>
            <pc:sldMk cId="1600497696" sldId="473"/>
            <ac:grpSpMk id="194" creationId="{874ACBA0-BFF7-7D2F-F8F3-6EBCB157E862}"/>
          </ac:grpSpMkLst>
        </pc:grpChg>
        <pc:cxnChg chg="add mod">
          <ac:chgData name="박 신영" userId="dc4b2b3c9ac3a666" providerId="LiveId" clId="{4AAAEB7C-E14D-4D96-8835-21457CE7D0A5}" dt="2022-08-25T13:11:07.531" v="3255" actId="164"/>
          <ac:cxnSpMkLst>
            <pc:docMk/>
            <pc:sldMk cId="1600497696" sldId="473"/>
            <ac:cxnSpMk id="193" creationId="{10F9322B-26BD-C55C-0F2F-738236EA307A}"/>
          </ac:cxnSpMkLst>
        </pc:cxnChg>
      </pc:sldChg>
      <pc:sldChg chg="addSp modSp add mod modClrScheme chgLayout">
        <pc:chgData name="박 신영" userId="dc4b2b3c9ac3a666" providerId="LiveId" clId="{4AAAEB7C-E14D-4D96-8835-21457CE7D0A5}" dt="2022-08-25T13:13:35.061" v="3301" actId="207"/>
        <pc:sldMkLst>
          <pc:docMk/>
          <pc:sldMk cId="1547398942" sldId="474"/>
        </pc:sldMkLst>
        <pc:spChg chg="mod">
          <ac:chgData name="박 신영" userId="dc4b2b3c9ac3a666" providerId="LiveId" clId="{4AAAEB7C-E14D-4D96-8835-21457CE7D0A5}" dt="2022-08-25T10:15:40.808" v="1418"/>
          <ac:spMkLst>
            <pc:docMk/>
            <pc:sldMk cId="1547398942" sldId="474"/>
            <ac:spMk id="2" creationId="{74834146-0F05-4F81-BC7A-7F8FCCEF6DA8}"/>
          </ac:spMkLst>
        </pc:spChg>
        <pc:spChg chg="mod">
          <ac:chgData name="박 신영" userId="dc4b2b3c9ac3a666" providerId="LiveId" clId="{4AAAEB7C-E14D-4D96-8835-21457CE7D0A5}" dt="2022-08-25T11:40:26.212" v="2216"/>
          <ac:spMkLst>
            <pc:docMk/>
            <pc:sldMk cId="1547398942" sldId="474"/>
            <ac:spMk id="13" creationId="{DD73AE49-1EA7-BA74-6E34-BED023CB29AB}"/>
          </ac:spMkLst>
        </pc:spChg>
        <pc:spChg chg="mod">
          <ac:chgData name="박 신영" userId="dc4b2b3c9ac3a666" providerId="LiveId" clId="{4AAAEB7C-E14D-4D96-8835-21457CE7D0A5}" dt="2022-08-25T10:22:20.338" v="1838"/>
          <ac:spMkLst>
            <pc:docMk/>
            <pc:sldMk cId="1547398942" sldId="474"/>
            <ac:spMk id="41" creationId="{72EEA521-1D16-A65D-F7A6-1891AB8AABCC}"/>
          </ac:spMkLst>
        </pc:spChg>
        <pc:spChg chg="mod">
          <ac:chgData name="박 신영" userId="dc4b2b3c9ac3a666" providerId="LiveId" clId="{4AAAEB7C-E14D-4D96-8835-21457CE7D0A5}" dt="2022-08-25T10:23:19.921" v="1935" actId="20577"/>
          <ac:spMkLst>
            <pc:docMk/>
            <pc:sldMk cId="1547398942" sldId="474"/>
            <ac:spMk id="42" creationId="{8994B3BA-E878-2B5A-0565-564003A035E7}"/>
          </ac:spMkLst>
        </pc:spChg>
        <pc:spChg chg="add mod">
          <ac:chgData name="박 신영" userId="dc4b2b3c9ac3a666" providerId="LiveId" clId="{4AAAEB7C-E14D-4D96-8835-21457CE7D0A5}" dt="2022-08-25T10:24:34.687" v="2014"/>
          <ac:spMkLst>
            <pc:docMk/>
            <pc:sldMk cId="1547398942" sldId="474"/>
            <ac:spMk id="43" creationId="{BD7E4CD1-F8D8-6CCB-C846-AACEBFD874AE}"/>
          </ac:spMkLst>
        </pc:spChg>
        <pc:spChg chg="add mod">
          <ac:chgData name="박 신영" userId="dc4b2b3c9ac3a666" providerId="LiveId" clId="{4AAAEB7C-E14D-4D96-8835-21457CE7D0A5}" dt="2022-08-25T10:25:51.334" v="2202" actId="20577"/>
          <ac:spMkLst>
            <pc:docMk/>
            <pc:sldMk cId="1547398942" sldId="474"/>
            <ac:spMk id="44" creationId="{DDC1822C-5FB6-96F0-5086-720D24614AD2}"/>
          </ac:spMkLst>
        </pc:spChg>
        <pc:spChg chg="add mod">
          <ac:chgData name="박 신영" userId="dc4b2b3c9ac3a666" providerId="LiveId" clId="{4AAAEB7C-E14D-4D96-8835-21457CE7D0A5}" dt="2022-08-25T10:24:34.687" v="2014"/>
          <ac:spMkLst>
            <pc:docMk/>
            <pc:sldMk cId="1547398942" sldId="474"/>
            <ac:spMk id="45" creationId="{9EC7E68C-3A61-9AA0-D526-6B8F965D5954}"/>
          </ac:spMkLst>
        </pc:spChg>
        <pc:spChg chg="add mod">
          <ac:chgData name="박 신영" userId="dc4b2b3c9ac3a666" providerId="LiveId" clId="{4AAAEB7C-E14D-4D96-8835-21457CE7D0A5}" dt="2022-08-25T10:24:50.252" v="2075" actId="20577"/>
          <ac:spMkLst>
            <pc:docMk/>
            <pc:sldMk cId="1547398942" sldId="474"/>
            <ac:spMk id="46" creationId="{8AFF909A-C0C5-498A-E84F-D8C0AF5B3E0D}"/>
          </ac:spMkLst>
        </pc:spChg>
        <pc:spChg chg="mod">
          <ac:chgData name="박 신영" userId="dc4b2b3c9ac3a666" providerId="LiveId" clId="{4AAAEB7C-E14D-4D96-8835-21457CE7D0A5}" dt="2022-08-25T10:22:37.256" v="1856"/>
          <ac:spMkLst>
            <pc:docMk/>
            <pc:sldMk cId="1547398942" sldId="474"/>
            <ac:spMk id="48" creationId="{473F5F80-CB1E-4B45-FF0B-A526587DE358}"/>
          </ac:spMkLst>
        </pc:spChg>
        <pc:spChg chg="mod">
          <ac:chgData name="박 신영" userId="dc4b2b3c9ac3a666" providerId="LiveId" clId="{4AAAEB7C-E14D-4D96-8835-21457CE7D0A5}" dt="2022-08-25T10:22:39.754" v="1866"/>
          <ac:spMkLst>
            <pc:docMk/>
            <pc:sldMk cId="1547398942" sldId="474"/>
            <ac:spMk id="51" creationId="{2CD634F4-7E7C-CC71-453C-FFA648049C2D}"/>
          </ac:spMkLst>
        </pc:spChg>
        <pc:spChg chg="mod">
          <ac:chgData name="박 신영" userId="dc4b2b3c9ac3a666" providerId="LiveId" clId="{4AAAEB7C-E14D-4D96-8835-21457CE7D0A5}" dt="2022-08-25T10:22:42.787" v="1877"/>
          <ac:spMkLst>
            <pc:docMk/>
            <pc:sldMk cId="1547398942" sldId="474"/>
            <ac:spMk id="54" creationId="{C5E40577-B949-CCE9-DA1D-20BB47305862}"/>
          </ac:spMkLst>
        </pc:spChg>
        <pc:spChg chg="mod">
          <ac:chgData name="박 신영" userId="dc4b2b3c9ac3a666" providerId="LiveId" clId="{4AAAEB7C-E14D-4D96-8835-21457CE7D0A5}" dt="2022-08-25T10:22:45.476" v="1888"/>
          <ac:spMkLst>
            <pc:docMk/>
            <pc:sldMk cId="1547398942" sldId="474"/>
            <ac:spMk id="57" creationId="{CA656CB5-D890-52A3-FCFC-5EFF73BCFA0E}"/>
          </ac:spMkLst>
        </pc:spChg>
        <pc:spChg chg="mod">
          <ac:chgData name="박 신영" userId="dc4b2b3c9ac3a666" providerId="LiveId" clId="{4AAAEB7C-E14D-4D96-8835-21457CE7D0A5}" dt="2022-08-25T10:22:46.831" v="1897" actId="20577"/>
          <ac:spMkLst>
            <pc:docMk/>
            <pc:sldMk cId="1547398942" sldId="474"/>
            <ac:spMk id="60" creationId="{5BB23F5E-FDBB-E6B9-CDE5-E7B406823145}"/>
          </ac:spMkLst>
        </pc:spChg>
        <pc:spChg chg="mod">
          <ac:chgData name="박 신영" userId="dc4b2b3c9ac3a666" providerId="LiveId" clId="{4AAAEB7C-E14D-4D96-8835-21457CE7D0A5}" dt="2022-08-25T10:22:54.442" v="1908"/>
          <ac:spMkLst>
            <pc:docMk/>
            <pc:sldMk cId="1547398942" sldId="474"/>
            <ac:spMk id="63" creationId="{8D62BE7D-1333-D280-7E33-30A336D102A6}"/>
          </ac:spMkLst>
        </pc:spChg>
        <pc:spChg chg="mod">
          <ac:chgData name="박 신영" userId="dc4b2b3c9ac3a666" providerId="LiveId" clId="{4AAAEB7C-E14D-4D96-8835-21457CE7D0A5}" dt="2022-08-25T10:22:57.443" v="1919"/>
          <ac:spMkLst>
            <pc:docMk/>
            <pc:sldMk cId="1547398942" sldId="474"/>
            <ac:spMk id="66" creationId="{9EB21235-3EAE-BE06-4060-6E3FC5ECB9D7}"/>
          </ac:spMkLst>
        </pc:spChg>
        <pc:spChg chg="mod">
          <ac:chgData name="박 신영" userId="dc4b2b3c9ac3a666" providerId="LiveId" clId="{4AAAEB7C-E14D-4D96-8835-21457CE7D0A5}" dt="2022-08-25T10:22:59.275" v="1929" actId="20577"/>
          <ac:spMkLst>
            <pc:docMk/>
            <pc:sldMk cId="1547398942" sldId="474"/>
            <ac:spMk id="69" creationId="{9ACFC1EF-45BB-FB29-24E6-4ED79333B67B}"/>
          </ac:spMkLst>
        </pc:spChg>
        <pc:spChg chg="mod">
          <ac:chgData name="박 신영" userId="dc4b2b3c9ac3a666" providerId="LiveId" clId="{4AAAEB7C-E14D-4D96-8835-21457CE7D0A5}" dt="2022-08-25T10:16:26.405" v="1424" actId="6549"/>
          <ac:spMkLst>
            <pc:docMk/>
            <pc:sldMk cId="1547398942" sldId="474"/>
            <ac:spMk id="70" creationId="{B92E01D6-EB57-1D56-570F-B91DCC60AF5D}"/>
          </ac:spMkLst>
        </pc:spChg>
        <pc:spChg chg="mod">
          <ac:chgData name="박 신영" userId="dc4b2b3c9ac3a666" providerId="LiveId" clId="{4AAAEB7C-E14D-4D96-8835-21457CE7D0A5}" dt="2022-08-25T10:19:07.456" v="1542" actId="6549"/>
          <ac:spMkLst>
            <pc:docMk/>
            <pc:sldMk cId="1547398942" sldId="474"/>
            <ac:spMk id="72" creationId="{D0B688C0-C356-2A8B-936C-44CABF07C164}"/>
          </ac:spMkLst>
        </pc:spChg>
        <pc:spChg chg="mod">
          <ac:chgData name="박 신영" userId="dc4b2b3c9ac3a666" providerId="LiveId" clId="{4AAAEB7C-E14D-4D96-8835-21457CE7D0A5}" dt="2022-08-25T10:19:02.908" v="1540" actId="6549"/>
          <ac:spMkLst>
            <pc:docMk/>
            <pc:sldMk cId="1547398942" sldId="474"/>
            <ac:spMk id="73" creationId="{C49D3B08-E8CC-7DF5-C1F2-ECA5FD3BB0BB}"/>
          </ac:spMkLst>
        </pc:spChg>
        <pc:spChg chg="mod">
          <ac:chgData name="박 신영" userId="dc4b2b3c9ac3a666" providerId="LiveId" clId="{4AAAEB7C-E14D-4D96-8835-21457CE7D0A5}" dt="2022-08-25T10:19:01.564" v="1539" actId="6549"/>
          <ac:spMkLst>
            <pc:docMk/>
            <pc:sldMk cId="1547398942" sldId="474"/>
            <ac:spMk id="84" creationId="{64EE49DC-FBFE-8A29-7D6D-B5381601600A}"/>
          </ac:spMkLst>
        </pc:spChg>
        <pc:spChg chg="mod">
          <ac:chgData name="박 신영" userId="dc4b2b3c9ac3a666" providerId="LiveId" clId="{4AAAEB7C-E14D-4D96-8835-21457CE7D0A5}" dt="2022-08-25T10:17:41.558" v="1440"/>
          <ac:spMkLst>
            <pc:docMk/>
            <pc:sldMk cId="1547398942" sldId="474"/>
            <ac:spMk id="85" creationId="{9D944A08-9718-8E93-7F0A-D95A4D8CCD0D}"/>
          </ac:spMkLst>
        </pc:spChg>
        <pc:spChg chg="add mod">
          <ac:chgData name="박 신영" userId="dc4b2b3c9ac3a666" providerId="LiveId" clId="{4AAAEB7C-E14D-4D96-8835-21457CE7D0A5}" dt="2022-08-25T10:24:34.687" v="2014"/>
          <ac:spMkLst>
            <pc:docMk/>
            <pc:sldMk cId="1547398942" sldId="474"/>
            <ac:spMk id="87" creationId="{6A62ADCB-FDB1-4BB2-7767-17FFCF6CF20A}"/>
          </ac:spMkLst>
        </pc:spChg>
        <pc:spChg chg="add mod">
          <ac:chgData name="박 신영" userId="dc4b2b3c9ac3a666" providerId="LiveId" clId="{4AAAEB7C-E14D-4D96-8835-21457CE7D0A5}" dt="2022-08-25T10:24:34.687" v="2014"/>
          <ac:spMkLst>
            <pc:docMk/>
            <pc:sldMk cId="1547398942" sldId="474"/>
            <ac:spMk id="88" creationId="{167381B0-76AC-4966-8A04-7F6FC6F772DC}"/>
          </ac:spMkLst>
        </pc:spChg>
        <pc:spChg chg="add mod">
          <ac:chgData name="박 신영" userId="dc4b2b3c9ac3a666" providerId="LiveId" clId="{4AAAEB7C-E14D-4D96-8835-21457CE7D0A5}" dt="2022-08-25T10:24:34.687" v="2014"/>
          <ac:spMkLst>
            <pc:docMk/>
            <pc:sldMk cId="1547398942" sldId="474"/>
            <ac:spMk id="89" creationId="{442D902D-A0E8-BE3A-05F1-AB092946D941}"/>
          </ac:spMkLst>
        </pc:spChg>
        <pc:spChg chg="add mod">
          <ac:chgData name="박 신영" userId="dc4b2b3c9ac3a666" providerId="LiveId" clId="{4AAAEB7C-E14D-4D96-8835-21457CE7D0A5}" dt="2022-08-25T13:13:35.061" v="3301" actId="207"/>
          <ac:spMkLst>
            <pc:docMk/>
            <pc:sldMk cId="1547398942" sldId="474"/>
            <ac:spMk id="90" creationId="{300CB14B-87E6-CBE3-0D1D-4ED2C06B6031}"/>
          </ac:spMkLst>
        </pc:spChg>
      </pc:sldChg>
      <pc:sldChg chg="addSp delSp modSp add mod">
        <pc:chgData name="박 신영" userId="dc4b2b3c9ac3a666" providerId="LiveId" clId="{4AAAEB7C-E14D-4D96-8835-21457CE7D0A5}" dt="2022-08-25T13:50:02.790" v="3522"/>
        <pc:sldMkLst>
          <pc:docMk/>
          <pc:sldMk cId="1044035984" sldId="475"/>
        </pc:sldMkLst>
        <pc:spChg chg="mod">
          <ac:chgData name="박 신영" userId="dc4b2b3c9ac3a666" providerId="LiveId" clId="{4AAAEB7C-E14D-4D96-8835-21457CE7D0A5}" dt="2022-08-25T13:50:02.790" v="3522"/>
          <ac:spMkLst>
            <pc:docMk/>
            <pc:sldMk cId="1044035984" sldId="475"/>
            <ac:spMk id="2" creationId="{74834146-0F05-4F81-BC7A-7F8FCCEF6DA8}"/>
          </ac:spMkLst>
        </pc:spChg>
        <pc:spChg chg="mod">
          <ac:chgData name="박 신영" userId="dc4b2b3c9ac3a666" providerId="LiveId" clId="{4AAAEB7C-E14D-4D96-8835-21457CE7D0A5}" dt="2022-08-25T13:49:46.070" v="3508"/>
          <ac:spMkLst>
            <pc:docMk/>
            <pc:sldMk cId="1044035984" sldId="475"/>
            <ac:spMk id="3" creationId="{74834146-0F05-4F81-BC7A-7F8FCCEF6DA8}"/>
          </ac:spMkLst>
        </pc:spChg>
        <pc:spChg chg="mod">
          <ac:chgData name="박 신영" userId="dc4b2b3c9ac3a666" providerId="LiveId" clId="{4AAAEB7C-E14D-4D96-8835-21457CE7D0A5}" dt="2022-08-25T11:41:51.800" v="2226"/>
          <ac:spMkLst>
            <pc:docMk/>
            <pc:sldMk cId="1044035984" sldId="475"/>
            <ac:spMk id="4" creationId="{6EFD34B7-54BA-DD2B-E572-19EC65B5835F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0" creationId="{0BA67802-1380-59F1-EE26-BFBAD1FB3F05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1" creationId="{C61F6ABC-0D27-255A-3D01-7335E0C004DF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3" creationId="{5EAB47EF-6949-8E4D-3BA3-BF3B493B0AB0}"/>
          </ac:spMkLst>
        </pc:spChg>
        <pc:spChg chg="mod">
          <ac:chgData name="박 신영" userId="dc4b2b3c9ac3a666" providerId="LiveId" clId="{4AAAEB7C-E14D-4D96-8835-21457CE7D0A5}" dt="2022-08-25T11:46:46.297" v="2242"/>
          <ac:spMkLst>
            <pc:docMk/>
            <pc:sldMk cId="1044035984" sldId="475"/>
            <ac:spMk id="14" creationId="{F310DDE5-3AB5-3CF2-9487-0B7AEFBEBDD1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16" creationId="{CBFE9973-E4F0-FEA5-300B-5D13F184BF27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17" creationId="{1A7545A9-463C-E9F1-BF89-3C3B823D960D}"/>
          </ac:spMkLst>
        </pc:spChg>
        <pc:spChg chg="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17" creationId="{203C61D8-29BE-FC95-D029-B595F25BA0B6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18" creationId="{3B0CDB65-175D-18FC-F84A-3A0ED8186C75}"/>
          </ac:spMkLst>
        </pc:spChg>
        <pc:spChg chg="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18" creationId="{6220AC77-BBCF-74B0-A8BB-65AB18AC7A0E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19" creationId="{52C49116-4ACF-8F2C-2002-BBA355FC123F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19" creationId="{866EC19C-5362-A273-C51E-AF8DCA8DB9AE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20" creationId="{49ACEE0E-2A75-9530-8A03-6162D4E21603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20" creationId="{8F87E61B-D2BD-BAE7-02FA-78134F7A5BF8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21" creationId="{B59AAB3B-9322-E0BA-4972-2ECC47ACF97B}"/>
          </ac:spMkLst>
        </pc:spChg>
        <pc:spChg chg="del">
          <ac:chgData name="박 신영" userId="dc4b2b3c9ac3a666" providerId="LiveId" clId="{4AAAEB7C-E14D-4D96-8835-21457CE7D0A5}" dt="2022-08-25T11:58:39.142" v="2499" actId="478"/>
          <ac:spMkLst>
            <pc:docMk/>
            <pc:sldMk cId="1044035984" sldId="475"/>
            <ac:spMk id="22" creationId="{1C217885-91AC-0191-6593-0E7E54140817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22" creationId="{41672CFE-4A11-6DA0-FC49-AABBC96C5658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23" creationId="{7B8EED42-114F-AF53-6CC2-999FADF73800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23" creationId="{D2688164-B49E-5B44-593D-2C3C92E8F5C2}"/>
          </ac:spMkLst>
        </pc:spChg>
        <pc:spChg chg="add del mod">
          <ac:chgData name="박 신영" userId="dc4b2b3c9ac3a666" providerId="LiveId" clId="{4AAAEB7C-E14D-4D96-8835-21457CE7D0A5}" dt="2022-08-25T13:45:52.058" v="3480" actId="478"/>
          <ac:spMkLst>
            <pc:docMk/>
            <pc:sldMk cId="1044035984" sldId="475"/>
            <ac:spMk id="24" creationId="{570C5C1F-7DCF-A81E-7395-180049CF6DD2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25" creationId="{8512BB68-C873-74DE-4BAC-90045682B70B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25" creationId="{FB486404-94CE-F634-AAC6-A15296D79B4A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26" creationId="{6E8B62F5-F95D-9A3C-9299-FF54BB78FF96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26" creationId="{F4C9139F-87B9-59A4-074A-69DB38AECB4B}"/>
          </ac:spMkLst>
        </pc:spChg>
        <pc:spChg chg="add del mod">
          <ac:chgData name="박 신영" userId="dc4b2b3c9ac3a666" providerId="LiveId" clId="{4AAAEB7C-E14D-4D96-8835-21457CE7D0A5}" dt="2022-08-25T13:45:52.058" v="3480" actId="478"/>
          <ac:spMkLst>
            <pc:docMk/>
            <pc:sldMk cId="1044035984" sldId="475"/>
            <ac:spMk id="27" creationId="{C7FD1702-1B36-089F-06DB-2310B5D81916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28" creationId="{BB86C215-598C-0589-E8D7-9107EF4AD8DD}"/>
          </ac:spMkLst>
        </pc:spChg>
        <pc:spChg chg="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29" creationId="{919BFB5C-33DE-734B-F80A-0A0D17574B77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29" creationId="{97313CF0-8DAE-1A97-665C-20D7A9B23101}"/>
          </ac:spMkLst>
        </pc:spChg>
        <pc:spChg chg="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30" creationId="{6135F8CF-3CE0-06A7-3B9E-68311AE4A5BB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30" creationId="{A671E2FC-4615-13FB-2855-816577A0E493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31" creationId="{37D7A676-F618-7AAC-B696-BA1A48C9D921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31" creationId="{FC915DCF-C8CC-B3D4-3B28-A1CBF86F8053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32" creationId="{08E4AF0B-F1FF-C5F3-420B-2C90442EAECB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32" creationId="{CE6FA078-4CEE-2AB7-18A5-5E5D36A16608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33" creationId="{E343E4A8-F626-0BDD-A96C-A73CE6E53372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34" creationId="{76DAA940-9E9D-9F60-1992-9B4CE7A133E3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34" creationId="{86A56520-ED8C-5822-6EF2-CCFB54C37864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35" creationId="{A12D1FC9-AB37-15E1-A291-5B5AD44B0F62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35" creationId="{AD9CF08A-3C8D-4BDA-9D2B-0B1806FE5139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36" creationId="{074C787E-57D5-094C-F958-49A2BF1E425E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36" creationId="{40D73125-940A-3C1C-7138-3DAC8C980621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37" creationId="{2D671CCA-C62C-966A-75DF-C4E9358E5547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37" creationId="{A03B9997-CE2F-3A5C-62A2-3B8F2CEEC96E}"/>
          </ac:spMkLst>
        </pc:spChg>
        <pc:spChg chg="del">
          <ac:chgData name="박 신영" userId="dc4b2b3c9ac3a666" providerId="LiveId" clId="{4AAAEB7C-E14D-4D96-8835-21457CE7D0A5}" dt="2022-08-25T11:58:37.286" v="2498" actId="478"/>
          <ac:spMkLst>
            <pc:docMk/>
            <pc:sldMk cId="1044035984" sldId="475"/>
            <ac:spMk id="38" creationId="{35802E5A-5527-0CCF-8867-0680AEAEA07A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38" creationId="{A724ABC6-3D25-DA8D-A3FC-9C95CDA49FC6}"/>
          </ac:spMkLst>
        </pc:spChg>
        <pc:spChg chg="del">
          <ac:chgData name="박 신영" userId="dc4b2b3c9ac3a666" providerId="LiveId" clId="{4AAAEB7C-E14D-4D96-8835-21457CE7D0A5}" dt="2022-08-25T13:49:25.739" v="3492" actId="478"/>
          <ac:spMkLst>
            <pc:docMk/>
            <pc:sldMk cId="1044035984" sldId="475"/>
            <ac:spMk id="39" creationId="{D2E4E988-70BB-52C6-531A-9249A0210004}"/>
          </ac:spMkLst>
        </pc:spChg>
        <pc:spChg chg="del">
          <ac:chgData name="박 신영" userId="dc4b2b3c9ac3a666" providerId="LiveId" clId="{4AAAEB7C-E14D-4D96-8835-21457CE7D0A5}" dt="2022-08-25T13:49:25.739" v="3492" actId="478"/>
          <ac:spMkLst>
            <pc:docMk/>
            <pc:sldMk cId="1044035984" sldId="475"/>
            <ac:spMk id="40" creationId="{717AB30D-4653-E78E-A4FB-76A493E1A72E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41" creationId="{82B6EEE1-BB83-A018-9818-D7FF184928EA}"/>
          </ac:spMkLst>
        </pc:spChg>
        <pc:spChg chg="add del mod">
          <ac:chgData name="박 신영" userId="dc4b2b3c9ac3a666" providerId="LiveId" clId="{4AAAEB7C-E14D-4D96-8835-21457CE7D0A5}" dt="2022-08-25T12:29:37.769" v="2703" actId="478"/>
          <ac:spMkLst>
            <pc:docMk/>
            <pc:sldMk cId="1044035984" sldId="475"/>
            <ac:spMk id="41" creationId="{F97CFFFA-8897-C347-E4A5-EE722B287B32}"/>
          </ac:spMkLst>
        </pc:spChg>
        <pc:spChg chg="add del mod">
          <ac:chgData name="박 신영" userId="dc4b2b3c9ac3a666" providerId="LiveId" clId="{4AAAEB7C-E14D-4D96-8835-21457CE7D0A5}" dt="2022-08-25T12:29:31.182" v="2701"/>
          <ac:spMkLst>
            <pc:docMk/>
            <pc:sldMk cId="1044035984" sldId="475"/>
            <ac:spMk id="42" creationId="{5593A129-9AC2-A755-B9CD-C676564DB148}"/>
          </ac:spMkLst>
        </pc:spChg>
        <pc:spChg chg="add mod">
          <ac:chgData name="박 신영" userId="dc4b2b3c9ac3a666" providerId="LiveId" clId="{4AAAEB7C-E14D-4D96-8835-21457CE7D0A5}" dt="2022-08-25T12:29:18.307" v="2697" actId="164"/>
          <ac:spMkLst>
            <pc:docMk/>
            <pc:sldMk cId="1044035984" sldId="475"/>
            <ac:spMk id="43" creationId="{E772A183-6B68-D640-0F37-EB39A982DA8B}"/>
          </ac:spMkLst>
        </pc:spChg>
        <pc:spChg chg="add mod">
          <ac:chgData name="박 신영" userId="dc4b2b3c9ac3a666" providerId="LiveId" clId="{4AAAEB7C-E14D-4D96-8835-21457CE7D0A5}" dt="2022-08-25T12:29:18.307" v="2697" actId="164"/>
          <ac:spMkLst>
            <pc:docMk/>
            <pc:sldMk cId="1044035984" sldId="475"/>
            <ac:spMk id="44" creationId="{6F0B6141-5BCF-0FA3-ED5A-8E49D1B0DB73}"/>
          </ac:spMkLst>
        </pc:spChg>
        <pc:spChg chg="add mod">
          <ac:chgData name="박 신영" userId="dc4b2b3c9ac3a666" providerId="LiveId" clId="{4AAAEB7C-E14D-4D96-8835-21457CE7D0A5}" dt="2022-08-25T12:45:43.515" v="2846" actId="164"/>
          <ac:spMkLst>
            <pc:docMk/>
            <pc:sldMk cId="1044035984" sldId="475"/>
            <ac:spMk id="45" creationId="{1D569A03-2641-83FF-B242-EB56FCB9D962}"/>
          </ac:spMkLst>
        </pc:spChg>
        <pc:spChg chg="add mod">
          <ac:chgData name="박 신영" userId="dc4b2b3c9ac3a666" providerId="LiveId" clId="{4AAAEB7C-E14D-4D96-8835-21457CE7D0A5}" dt="2022-08-25T12:45:43.515" v="2846" actId="164"/>
          <ac:spMkLst>
            <pc:docMk/>
            <pc:sldMk cId="1044035984" sldId="475"/>
            <ac:spMk id="46" creationId="{1C4810DD-BE14-BA96-AD67-DCA0F9D51B0D}"/>
          </ac:spMkLst>
        </pc:spChg>
        <pc:spChg chg="add mod topLvl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47" creationId="{FAB4A7C5-4D4A-E032-F3A6-4C4156FAC9B5}"/>
          </ac:spMkLst>
        </pc:spChg>
        <pc:spChg chg="add mod topLvl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48" creationId="{39F0985F-47A4-1A0A-B25E-00C870A9C968}"/>
          </ac:spMkLst>
        </pc:spChg>
        <pc:spChg chg="add mod topLvl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49" creationId="{D2894082-C56F-D0D8-156E-BCCCCF093E5C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50" creationId="{2C9A0205-77D5-7890-C833-BCCC94BCCC78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51" creationId="{2FA15F7B-00C2-BFC1-A115-00BD6FE7B321}"/>
          </ac:spMkLst>
        </pc:spChg>
        <pc:spChg chg="add mod topLvl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52" creationId="{9D4D7B38-5859-30B3-040B-7936E0550C1D}"/>
          </ac:spMkLst>
        </pc:spChg>
        <pc:spChg chg="add mod topLvl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53" creationId="{256C7C9B-4D76-C3A5-2AB9-6DAA0EF19485}"/>
          </ac:spMkLst>
        </pc:spChg>
        <pc:spChg chg="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54" creationId="{5FC145B1-9A98-3D8D-3994-C14204D2AB8B}"/>
          </ac:spMkLst>
        </pc:spChg>
        <pc:spChg chg="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56" creationId="{278B8B31-D8C6-14B4-218C-BA26C7333F0B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57" creationId="{92E8F233-8B31-E3FF-7558-1656E336DBA7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58" creationId="{0C698B35-6B4E-4668-C03E-FBD89F236BED}"/>
          </ac:spMkLst>
        </pc:spChg>
        <pc:spChg chg="add del mod">
          <ac:chgData name="박 신영" userId="dc4b2b3c9ac3a666" providerId="LiveId" clId="{4AAAEB7C-E14D-4D96-8835-21457CE7D0A5}" dt="2022-08-25T12:42:45.005" v="2735" actId="478"/>
          <ac:spMkLst>
            <pc:docMk/>
            <pc:sldMk cId="1044035984" sldId="475"/>
            <ac:spMk id="58" creationId="{55C46002-CB58-4CE1-7206-30CF5DC56196}"/>
          </ac:spMkLst>
        </pc:spChg>
        <pc:spChg chg="add del mod">
          <ac:chgData name="박 신영" userId="dc4b2b3c9ac3a666" providerId="LiveId" clId="{4AAAEB7C-E14D-4D96-8835-21457CE7D0A5}" dt="2022-08-25T12:42:40.928" v="2734" actId="478"/>
          <ac:spMkLst>
            <pc:docMk/>
            <pc:sldMk cId="1044035984" sldId="475"/>
            <ac:spMk id="59" creationId="{746DFEBD-48CA-6DDC-7C40-FCDAA8C8AAD4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59" creationId="{D6256243-AA67-8D66-EF35-2800527F56CD}"/>
          </ac:spMkLst>
        </pc:spChg>
        <pc:spChg chg="add del mod">
          <ac:chgData name="박 신영" userId="dc4b2b3c9ac3a666" providerId="LiveId" clId="{4AAAEB7C-E14D-4D96-8835-21457CE7D0A5}" dt="2022-08-25T12:42:40.928" v="2734" actId="478"/>
          <ac:spMkLst>
            <pc:docMk/>
            <pc:sldMk cId="1044035984" sldId="475"/>
            <ac:spMk id="60" creationId="{B6EF2512-54D9-E462-A18E-C37116FF8187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60" creationId="{DF49CF74-ED4F-2704-C1C5-67A867AD291F}"/>
          </ac:spMkLst>
        </pc:spChg>
        <pc:spChg chg="add del mod">
          <ac:chgData name="박 신영" userId="dc4b2b3c9ac3a666" providerId="LiveId" clId="{4AAAEB7C-E14D-4D96-8835-21457CE7D0A5}" dt="2022-08-25T12:42:58.918" v="2739" actId="478"/>
          <ac:spMkLst>
            <pc:docMk/>
            <pc:sldMk cId="1044035984" sldId="475"/>
            <ac:spMk id="61" creationId="{0E42CCCF-8081-5244-1C6A-77F0A68465BF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61" creationId="{3A4F1E55-A137-B74F-B234-831E7321B655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62" creationId="{93AF55D0-0E2C-DF40-DD53-8B6919E79E5C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63" creationId="{DE0FA0CA-1F54-B801-66B2-2CD9F1ED44CD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64" creationId="{8B775EB0-EAB6-EA9D-A89E-9326DEC8C0C9}"/>
          </ac:spMkLst>
        </pc:spChg>
        <pc:spChg chg="add del mod">
          <ac:chgData name="박 신영" userId="dc4b2b3c9ac3a666" providerId="LiveId" clId="{4AAAEB7C-E14D-4D96-8835-21457CE7D0A5}" dt="2022-08-25T12:43:36.943" v="2750" actId="478"/>
          <ac:spMkLst>
            <pc:docMk/>
            <pc:sldMk cId="1044035984" sldId="475"/>
            <ac:spMk id="64" creationId="{94AEFA10-045B-7A12-F312-6CB1D87E833D}"/>
          </ac:spMkLst>
        </pc:spChg>
        <pc:spChg chg="add del mod">
          <ac:chgData name="박 신영" userId="dc4b2b3c9ac3a666" providerId="LiveId" clId="{4AAAEB7C-E14D-4D96-8835-21457CE7D0A5}" dt="2022-08-25T12:44:11.045" v="2761" actId="478"/>
          <ac:spMkLst>
            <pc:docMk/>
            <pc:sldMk cId="1044035984" sldId="475"/>
            <ac:spMk id="65" creationId="{5AC80C3B-CD27-27F2-AB62-73CBDADA7FE8}"/>
          </ac:spMkLst>
        </pc:spChg>
        <pc:spChg chg="add mod">
          <ac:chgData name="박 신영" userId="dc4b2b3c9ac3a666" providerId="LiveId" clId="{4AAAEB7C-E14D-4D96-8835-21457CE7D0A5}" dt="2022-08-25T13:46:06.886" v="3482" actId="571"/>
          <ac:spMkLst>
            <pc:docMk/>
            <pc:sldMk cId="1044035984" sldId="475"/>
            <ac:spMk id="65" creationId="{A6600CD8-52CD-74A9-6E96-3B8A962153BD}"/>
          </ac:spMkLst>
        </pc:spChg>
        <pc:spChg chg="add mod">
          <ac:chgData name="박 신영" userId="dc4b2b3c9ac3a666" providerId="LiveId" clId="{4AAAEB7C-E14D-4D96-8835-21457CE7D0A5}" dt="2022-08-25T12:44:07.453" v="2759" actId="571"/>
          <ac:spMkLst>
            <pc:docMk/>
            <pc:sldMk cId="1044035984" sldId="475"/>
            <ac:spMk id="66" creationId="{497CDEC5-8C9A-7F26-CC70-57B63332CAE3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67" creationId="{F4158D80-4638-E4A5-498E-13FADCFC9F41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68" creationId="{72FE373D-5BE6-D327-0B46-AA209005B676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69" creationId="{EE464BC2-5666-494A-36C3-D30558FD6260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70" creationId="{F7630546-ED38-A341-5049-FCD4D6A89394}"/>
          </ac:spMkLst>
        </pc:spChg>
        <pc:spChg chg="mod">
          <ac:chgData name="박 신영" userId="dc4b2b3c9ac3a666" providerId="LiveId" clId="{4AAAEB7C-E14D-4D96-8835-21457CE7D0A5}" dt="2022-08-25T12:45:53.674" v="2848" actId="571"/>
          <ac:spMkLst>
            <pc:docMk/>
            <pc:sldMk cId="1044035984" sldId="475"/>
            <ac:spMk id="73" creationId="{5E94208F-54E0-E7F2-D8CB-76204E765680}"/>
          </ac:spMkLst>
        </pc:spChg>
        <pc:spChg chg="mod">
          <ac:chgData name="박 신영" userId="dc4b2b3c9ac3a666" providerId="LiveId" clId="{4AAAEB7C-E14D-4D96-8835-21457CE7D0A5}" dt="2022-08-25T12:45:53.674" v="2848" actId="571"/>
          <ac:spMkLst>
            <pc:docMk/>
            <pc:sldMk cId="1044035984" sldId="475"/>
            <ac:spMk id="74" creationId="{8971DE91-46E1-24A0-7D3B-7515FA41D486}"/>
          </ac:spMkLst>
        </pc:spChg>
        <pc:spChg chg="mod">
          <ac:chgData name="박 신영" userId="dc4b2b3c9ac3a666" providerId="LiveId" clId="{4AAAEB7C-E14D-4D96-8835-21457CE7D0A5}" dt="2022-08-25T12:47:34.798" v="2854" actId="571"/>
          <ac:spMkLst>
            <pc:docMk/>
            <pc:sldMk cId="1044035984" sldId="475"/>
            <ac:spMk id="76" creationId="{90B9AA9F-1C42-8572-5E53-A815261FD92F}"/>
          </ac:spMkLst>
        </pc:spChg>
        <pc:spChg chg="mod">
          <ac:chgData name="박 신영" userId="dc4b2b3c9ac3a666" providerId="LiveId" clId="{4AAAEB7C-E14D-4D96-8835-21457CE7D0A5}" dt="2022-08-25T12:47:34.798" v="2854" actId="571"/>
          <ac:spMkLst>
            <pc:docMk/>
            <pc:sldMk cId="1044035984" sldId="475"/>
            <ac:spMk id="77" creationId="{8408AB7D-6AE5-78B5-5271-C8F7AA20897E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78" creationId="{FDB92B2D-DCC1-3FB8-07FC-9BC373AE8717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79" creationId="{723DB237-03F1-DBBF-9189-EEBBC743E000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80" creationId="{40F4FFD6-5C51-73E7-7FC1-42E2EB802F04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81" creationId="{5A76F476-B08A-1332-7373-0D5F75DA0EF4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82" creationId="{8914BBAE-029A-97F7-29E4-F4DE52DF38C8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83" creationId="{E28E9A79-8ADD-094E-ED7E-B0DE81AC576D}"/>
          </ac:spMkLst>
        </pc:spChg>
        <pc:spChg chg="mod">
          <ac:chgData name="박 신영" userId="dc4b2b3c9ac3a666" providerId="LiveId" clId="{4AAAEB7C-E14D-4D96-8835-21457CE7D0A5}" dt="2022-08-25T12:47:34.798" v="2854" actId="571"/>
          <ac:spMkLst>
            <pc:docMk/>
            <pc:sldMk cId="1044035984" sldId="475"/>
            <ac:spMk id="85" creationId="{90FEED14-612F-5C01-787B-F9FE6BD91F28}"/>
          </ac:spMkLst>
        </pc:spChg>
        <pc:spChg chg="mod">
          <ac:chgData name="박 신영" userId="dc4b2b3c9ac3a666" providerId="LiveId" clId="{4AAAEB7C-E14D-4D96-8835-21457CE7D0A5}" dt="2022-08-25T12:47:34.798" v="2854" actId="571"/>
          <ac:spMkLst>
            <pc:docMk/>
            <pc:sldMk cId="1044035984" sldId="475"/>
            <ac:spMk id="86" creationId="{6DED0C6F-3BA0-7548-3DDD-0146B43FD4B1}"/>
          </ac:spMkLst>
        </pc:spChg>
        <pc:spChg chg="mod">
          <ac:chgData name="박 신영" userId="dc4b2b3c9ac3a666" providerId="LiveId" clId="{4AAAEB7C-E14D-4D96-8835-21457CE7D0A5}" dt="2022-08-25T12:48:31.640" v="2890" actId="571"/>
          <ac:spMkLst>
            <pc:docMk/>
            <pc:sldMk cId="1044035984" sldId="475"/>
            <ac:spMk id="88" creationId="{C203824B-9212-1B59-3EE3-AEBAF95E2E70}"/>
          </ac:spMkLst>
        </pc:spChg>
        <pc:spChg chg="mod">
          <ac:chgData name="박 신영" userId="dc4b2b3c9ac3a666" providerId="LiveId" clId="{4AAAEB7C-E14D-4D96-8835-21457CE7D0A5}" dt="2022-08-25T12:48:31.640" v="2890" actId="571"/>
          <ac:spMkLst>
            <pc:docMk/>
            <pc:sldMk cId="1044035984" sldId="475"/>
            <ac:spMk id="89" creationId="{0F45AEC7-4EA8-B593-0A18-E88C57E6AE01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90" creationId="{96563F58-8E82-6859-CDF2-1783DBD4A209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91" creationId="{AAEA1C0C-E370-DB40-E3E1-553B266F6896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92" creationId="{A7E11541-9BAA-1551-DB1D-69237628A48C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93" creationId="{4CF7AADD-32FE-26BE-BCF0-361AA8788CFA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94" creationId="{2DC6F747-C282-58F8-4E53-75A728095B71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95" creationId="{60CC1268-CB07-5076-D576-F7EEFFD5FFEC}"/>
          </ac:spMkLst>
        </pc:spChg>
        <pc:spChg chg="mod">
          <ac:chgData name="박 신영" userId="dc4b2b3c9ac3a666" providerId="LiveId" clId="{4AAAEB7C-E14D-4D96-8835-21457CE7D0A5}" dt="2022-08-25T13:46:21.786" v="3485"/>
          <ac:spMkLst>
            <pc:docMk/>
            <pc:sldMk cId="1044035984" sldId="475"/>
            <ac:spMk id="96" creationId="{B354BB62-C00B-48AF-972B-333DDB5F09E3}"/>
          </ac:spMkLst>
        </pc:spChg>
        <pc:spChg chg="mod">
          <ac:chgData name="박 신영" userId="dc4b2b3c9ac3a666" providerId="LiveId" clId="{4AAAEB7C-E14D-4D96-8835-21457CE7D0A5}" dt="2022-08-25T13:46:21.786" v="3485"/>
          <ac:spMkLst>
            <pc:docMk/>
            <pc:sldMk cId="1044035984" sldId="475"/>
            <ac:spMk id="97" creationId="{7702454E-E133-9465-444E-3FF427EDE338}"/>
          </ac:spMkLst>
        </pc:spChg>
        <pc:spChg chg="mod">
          <ac:chgData name="박 신영" userId="dc4b2b3c9ac3a666" providerId="LiveId" clId="{4AAAEB7C-E14D-4D96-8835-21457CE7D0A5}" dt="2022-08-25T12:48:31.640" v="2890" actId="571"/>
          <ac:spMkLst>
            <pc:docMk/>
            <pc:sldMk cId="1044035984" sldId="475"/>
            <ac:spMk id="97" creationId="{DE789FAF-71D0-6B82-AD7E-9ECFAA63A843}"/>
          </ac:spMkLst>
        </pc:spChg>
        <pc:spChg chg="mod">
          <ac:chgData name="박 신영" userId="dc4b2b3c9ac3a666" providerId="LiveId" clId="{4AAAEB7C-E14D-4D96-8835-21457CE7D0A5}" dt="2022-08-25T13:46:21.786" v="3485"/>
          <ac:spMkLst>
            <pc:docMk/>
            <pc:sldMk cId="1044035984" sldId="475"/>
            <ac:spMk id="98" creationId="{5616D17B-5C87-D03B-F1A7-1F1D7815A893}"/>
          </ac:spMkLst>
        </pc:spChg>
        <pc:spChg chg="mod">
          <ac:chgData name="박 신영" userId="dc4b2b3c9ac3a666" providerId="LiveId" clId="{4AAAEB7C-E14D-4D96-8835-21457CE7D0A5}" dt="2022-08-25T12:48:31.640" v="2890" actId="571"/>
          <ac:spMkLst>
            <pc:docMk/>
            <pc:sldMk cId="1044035984" sldId="475"/>
            <ac:spMk id="98" creationId="{6EBAB098-ADE8-7F0C-8D04-7398EE9B3ECB}"/>
          </ac:spMkLst>
        </pc:spChg>
        <pc:spChg chg="mod">
          <ac:chgData name="박 신영" userId="dc4b2b3c9ac3a666" providerId="LiveId" clId="{4AAAEB7C-E14D-4D96-8835-21457CE7D0A5}" dt="2022-08-25T12:49:16.159" v="2902" actId="571"/>
          <ac:spMkLst>
            <pc:docMk/>
            <pc:sldMk cId="1044035984" sldId="475"/>
            <ac:spMk id="100" creationId="{D35B8370-4DD3-3625-8BE9-198312893649}"/>
          </ac:spMkLst>
        </pc:spChg>
        <pc:spChg chg="mod">
          <ac:chgData name="박 신영" userId="dc4b2b3c9ac3a666" providerId="LiveId" clId="{4AAAEB7C-E14D-4D96-8835-21457CE7D0A5}" dt="2022-08-25T12:49:16.159" v="2902" actId="571"/>
          <ac:spMkLst>
            <pc:docMk/>
            <pc:sldMk cId="1044035984" sldId="475"/>
            <ac:spMk id="101" creationId="{CCC10C5F-C901-DA79-FD38-061E56504890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02" creationId="{256A5F57-F422-1FB8-0111-BB9DEDC45EA3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03" creationId="{971DE290-0C80-F4BD-0AB3-C7B8A4E42B0C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04" creationId="{4E8E9808-87DD-F443-85EA-1699902D3281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05" creationId="{5D754A89-989C-6531-C84B-1C81CBE73234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06" creationId="{3AD9A73A-D864-576C-1EB8-EBC73414A43A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07" creationId="{22E4ADD9-31FF-6227-66BF-47A6848ABC0C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08" creationId="{B11638AF-7A0F-F68B-CDD9-CDB947458CFF}"/>
          </ac:spMkLst>
        </pc:spChg>
        <pc:spChg chg="add mod">
          <ac:chgData name="박 신영" userId="dc4b2b3c9ac3a666" providerId="LiveId" clId="{4AAAEB7C-E14D-4D96-8835-21457CE7D0A5}" dt="2022-08-25T13:45:57.506" v="3481" actId="1076"/>
          <ac:spMkLst>
            <pc:docMk/>
            <pc:sldMk cId="1044035984" sldId="475"/>
            <ac:spMk id="109" creationId="{7A473418-17A3-66C7-2C69-77B2800AB029}"/>
          </ac:spMkLst>
        </pc:spChg>
        <pc:spChg chg="mod">
          <ac:chgData name="박 신영" userId="dc4b2b3c9ac3a666" providerId="LiveId" clId="{4AAAEB7C-E14D-4D96-8835-21457CE7D0A5}" dt="2022-08-25T13:26:57.904" v="3302" actId="571"/>
          <ac:spMkLst>
            <pc:docMk/>
            <pc:sldMk cId="1044035984" sldId="475"/>
            <ac:spMk id="111" creationId="{FB6CEE9C-0C94-3ECE-54D1-262D853BB136}"/>
          </ac:spMkLst>
        </pc:spChg>
        <pc:spChg chg="mod">
          <ac:chgData name="박 신영" userId="dc4b2b3c9ac3a666" providerId="LiveId" clId="{4AAAEB7C-E14D-4D96-8835-21457CE7D0A5}" dt="2022-08-25T13:26:57.904" v="3302" actId="571"/>
          <ac:spMkLst>
            <pc:docMk/>
            <pc:sldMk cId="1044035984" sldId="475"/>
            <ac:spMk id="112" creationId="{2CC24C40-F70C-8D20-082B-A9C9B04C5765}"/>
          </ac:spMkLst>
        </pc:spChg>
        <pc:spChg chg="add del mod">
          <ac:chgData name="박 신영" userId="dc4b2b3c9ac3a666" providerId="LiveId" clId="{4AAAEB7C-E14D-4D96-8835-21457CE7D0A5}" dt="2022-08-25T13:46:13.323" v="3483" actId="478"/>
          <ac:spMkLst>
            <pc:docMk/>
            <pc:sldMk cId="1044035984" sldId="475"/>
            <ac:spMk id="113" creationId="{72086CC2-0DD5-F9B3-6055-7D99A959429F}"/>
          </ac:spMkLst>
        </pc:spChg>
        <pc:spChg chg="add del mod">
          <ac:chgData name="박 신영" userId="dc4b2b3c9ac3a666" providerId="LiveId" clId="{4AAAEB7C-E14D-4D96-8835-21457CE7D0A5}" dt="2022-08-25T13:46:13.323" v="3483" actId="478"/>
          <ac:spMkLst>
            <pc:docMk/>
            <pc:sldMk cId="1044035984" sldId="475"/>
            <ac:spMk id="114" creationId="{7127B6CE-8CA4-EF86-60E3-56DD988CA872}"/>
          </ac:spMkLst>
        </pc:spChg>
        <pc:spChg chg="add del mod">
          <ac:chgData name="박 신영" userId="dc4b2b3c9ac3a666" providerId="LiveId" clId="{4AAAEB7C-E14D-4D96-8835-21457CE7D0A5}" dt="2022-08-25T13:46:13.323" v="3483" actId="478"/>
          <ac:spMkLst>
            <pc:docMk/>
            <pc:sldMk cId="1044035984" sldId="475"/>
            <ac:spMk id="115" creationId="{B0362C26-3F6C-C5A7-165D-E6333A494EC1}"/>
          </ac:spMkLst>
        </pc:spChg>
        <pc:spChg chg="add del mod">
          <ac:chgData name="박 신영" userId="dc4b2b3c9ac3a666" providerId="LiveId" clId="{4AAAEB7C-E14D-4D96-8835-21457CE7D0A5}" dt="2022-08-25T13:46:13.323" v="3483" actId="478"/>
          <ac:spMkLst>
            <pc:docMk/>
            <pc:sldMk cId="1044035984" sldId="475"/>
            <ac:spMk id="116" creationId="{DB657471-4B4C-52B4-FAC3-D822B57D1071}"/>
          </ac:spMkLst>
        </pc:spChg>
        <pc:spChg chg="add del mod">
          <ac:chgData name="박 신영" userId="dc4b2b3c9ac3a666" providerId="LiveId" clId="{4AAAEB7C-E14D-4D96-8835-21457CE7D0A5}" dt="2022-08-25T13:46:13.323" v="3483" actId="478"/>
          <ac:spMkLst>
            <pc:docMk/>
            <pc:sldMk cId="1044035984" sldId="475"/>
            <ac:spMk id="117" creationId="{0CC55FBA-4679-000A-232F-C79AD1B1AB4D}"/>
          </ac:spMkLst>
        </pc:spChg>
        <pc:spChg chg="add del mod">
          <ac:chgData name="박 신영" userId="dc4b2b3c9ac3a666" providerId="LiveId" clId="{4AAAEB7C-E14D-4D96-8835-21457CE7D0A5}" dt="2022-08-25T13:46:13.323" v="3483" actId="478"/>
          <ac:spMkLst>
            <pc:docMk/>
            <pc:sldMk cId="1044035984" sldId="475"/>
            <ac:spMk id="118" creationId="{1E5AAA03-FB32-1BC4-1EFC-35B434E7BB93}"/>
          </ac:spMkLst>
        </pc:spChg>
        <pc:spChg chg="add del mod">
          <ac:chgData name="박 신영" userId="dc4b2b3c9ac3a666" providerId="LiveId" clId="{4AAAEB7C-E14D-4D96-8835-21457CE7D0A5}" dt="2022-08-25T13:46:13.323" v="3483" actId="478"/>
          <ac:spMkLst>
            <pc:docMk/>
            <pc:sldMk cId="1044035984" sldId="475"/>
            <ac:spMk id="119" creationId="{978944B3-3C7C-DAC0-A6B9-BBE6AC3ABBBB}"/>
          </ac:spMkLst>
        </pc:spChg>
        <pc:spChg chg="add mod">
          <ac:chgData name="박 신영" userId="dc4b2b3c9ac3a666" providerId="LiveId" clId="{4AAAEB7C-E14D-4D96-8835-21457CE7D0A5}" dt="2022-08-25T13:49:25.956" v="3493"/>
          <ac:spMkLst>
            <pc:docMk/>
            <pc:sldMk cId="1044035984" sldId="475"/>
            <ac:spMk id="120" creationId="{CCC7B04D-A428-5056-D2BF-7C1AA1D33FD7}"/>
          </ac:spMkLst>
        </pc:spChg>
        <pc:grpChg chg="add mod">
          <ac:chgData name="박 신영" userId="dc4b2b3c9ac3a666" providerId="LiveId" clId="{4AAAEB7C-E14D-4D96-8835-21457CE7D0A5}" dt="2022-08-25T13:46:06.886" v="3482" actId="571"/>
          <ac:grpSpMkLst>
            <pc:docMk/>
            <pc:sldMk cId="1044035984" sldId="475"/>
            <ac:grpSpMk id="16" creationId="{CBE0A98C-D786-E748-9FDB-C23188BDB8D3}"/>
          </ac:grpSpMkLst>
        </pc:grpChg>
        <pc:grpChg chg="add mod">
          <ac:chgData name="박 신영" userId="dc4b2b3c9ac3a666" providerId="LiveId" clId="{4AAAEB7C-E14D-4D96-8835-21457CE7D0A5}" dt="2022-08-25T13:46:06.886" v="3482" actId="571"/>
          <ac:grpSpMkLst>
            <pc:docMk/>
            <pc:sldMk cId="1044035984" sldId="475"/>
            <ac:grpSpMk id="28" creationId="{F2406136-2889-111A-317C-E5120ECEE7E3}"/>
          </ac:grpSpMkLst>
        </pc:grpChg>
        <pc:grpChg chg="add mod">
          <ac:chgData name="박 신영" userId="dc4b2b3c9ac3a666" providerId="LiveId" clId="{4AAAEB7C-E14D-4D96-8835-21457CE7D0A5}" dt="2022-08-25T13:46:06.886" v="3482" actId="571"/>
          <ac:grpSpMkLst>
            <pc:docMk/>
            <pc:sldMk cId="1044035984" sldId="475"/>
            <ac:grpSpMk id="42" creationId="{D5166DA1-4C20-B5FA-577C-B596FD8BD8EC}"/>
          </ac:grpSpMkLst>
        </pc:grpChg>
        <pc:grpChg chg="add del mod">
          <ac:chgData name="박 신영" userId="dc4b2b3c9ac3a666" providerId="LiveId" clId="{4AAAEB7C-E14D-4D96-8835-21457CE7D0A5}" dt="2022-08-25T12:28:50.617" v="2671" actId="165"/>
          <ac:grpSpMkLst>
            <pc:docMk/>
            <pc:sldMk cId="1044035984" sldId="475"/>
            <ac:grpSpMk id="54" creationId="{321681A2-CB5E-FA09-5D84-1C0D8199D46B}"/>
          </ac:grpSpMkLst>
        </pc:grpChg>
        <pc:grpChg chg="add mod">
          <ac:chgData name="박 신영" userId="dc4b2b3c9ac3a666" providerId="LiveId" clId="{4AAAEB7C-E14D-4D96-8835-21457CE7D0A5}" dt="2022-08-25T13:45:57.506" v="3481" actId="1076"/>
          <ac:grpSpMkLst>
            <pc:docMk/>
            <pc:sldMk cId="1044035984" sldId="475"/>
            <ac:grpSpMk id="55" creationId="{59797A42-019E-B8B8-D4F4-C6FBBD6E7F01}"/>
          </ac:grpSpMkLst>
        </pc:grpChg>
        <pc:grpChg chg="add del mod topLvl">
          <ac:chgData name="박 신영" userId="dc4b2b3c9ac3a666" providerId="LiveId" clId="{4AAAEB7C-E14D-4D96-8835-21457CE7D0A5}" dt="2022-08-25T12:41:15.235" v="2717" actId="165"/>
          <ac:grpSpMkLst>
            <pc:docMk/>
            <pc:sldMk cId="1044035984" sldId="475"/>
            <ac:grpSpMk id="56" creationId="{C08B3B93-C032-75AE-87D8-35AD71DEEF82}"/>
          </ac:grpSpMkLst>
        </pc:grpChg>
        <pc:grpChg chg="add del mod">
          <ac:chgData name="박 신영" userId="dc4b2b3c9ac3a666" providerId="LiveId" clId="{4AAAEB7C-E14D-4D96-8835-21457CE7D0A5}" dt="2022-08-25T12:41:11.513" v="2716" actId="165"/>
          <ac:grpSpMkLst>
            <pc:docMk/>
            <pc:sldMk cId="1044035984" sldId="475"/>
            <ac:grpSpMk id="57" creationId="{44D1C173-4345-794C-1545-E896C1BF53BA}"/>
          </ac:grpSpMkLst>
        </pc:grpChg>
        <pc:grpChg chg="add mod">
          <ac:chgData name="박 신영" userId="dc4b2b3c9ac3a666" providerId="LiveId" clId="{4AAAEB7C-E14D-4D96-8835-21457CE7D0A5}" dt="2022-08-25T13:46:25.982" v="3486" actId="1076"/>
          <ac:grpSpMkLst>
            <pc:docMk/>
            <pc:sldMk cId="1044035984" sldId="475"/>
            <ac:grpSpMk id="66" creationId="{CD195D5E-A390-951D-9E9B-76C9F2F0977B}"/>
          </ac:grpSpMkLst>
        </pc:grpChg>
        <pc:grpChg chg="add mod">
          <ac:chgData name="박 신영" userId="dc4b2b3c9ac3a666" providerId="LiveId" clId="{4AAAEB7C-E14D-4D96-8835-21457CE7D0A5}" dt="2022-08-25T13:45:57.506" v="3481" actId="1076"/>
          <ac:grpSpMkLst>
            <pc:docMk/>
            <pc:sldMk cId="1044035984" sldId="475"/>
            <ac:grpSpMk id="71" creationId="{2B0F2550-F826-B251-60AC-D837B71F0D4E}"/>
          </ac:grpSpMkLst>
        </pc:grpChg>
        <pc:grpChg chg="add mod">
          <ac:chgData name="박 신영" userId="dc4b2b3c9ac3a666" providerId="LiveId" clId="{4AAAEB7C-E14D-4D96-8835-21457CE7D0A5}" dt="2022-08-25T13:45:57.506" v="3481" actId="1076"/>
          <ac:grpSpMkLst>
            <pc:docMk/>
            <pc:sldMk cId="1044035984" sldId="475"/>
            <ac:grpSpMk id="72" creationId="{0DD24816-5290-0678-B3AE-C13688A01251}"/>
          </ac:grpSpMkLst>
        </pc:grpChg>
        <pc:grpChg chg="add mod">
          <ac:chgData name="박 신영" userId="dc4b2b3c9ac3a666" providerId="LiveId" clId="{4AAAEB7C-E14D-4D96-8835-21457CE7D0A5}" dt="2022-08-25T13:45:57.506" v="3481" actId="1076"/>
          <ac:grpSpMkLst>
            <pc:docMk/>
            <pc:sldMk cId="1044035984" sldId="475"/>
            <ac:grpSpMk id="75" creationId="{DF6C4241-B41C-2D87-414C-23F75D88A4A9}"/>
          </ac:grpSpMkLst>
        </pc:grpChg>
        <pc:grpChg chg="add mod">
          <ac:chgData name="박 신영" userId="dc4b2b3c9ac3a666" providerId="LiveId" clId="{4AAAEB7C-E14D-4D96-8835-21457CE7D0A5}" dt="2022-08-25T13:45:57.506" v="3481" actId="1076"/>
          <ac:grpSpMkLst>
            <pc:docMk/>
            <pc:sldMk cId="1044035984" sldId="475"/>
            <ac:grpSpMk id="84" creationId="{19864D5B-6280-1D33-E774-61565A6052F0}"/>
          </ac:grpSpMkLst>
        </pc:grpChg>
        <pc:grpChg chg="add mod">
          <ac:chgData name="박 신영" userId="dc4b2b3c9ac3a666" providerId="LiveId" clId="{4AAAEB7C-E14D-4D96-8835-21457CE7D0A5}" dt="2022-08-25T13:45:57.506" v="3481" actId="1076"/>
          <ac:grpSpMkLst>
            <pc:docMk/>
            <pc:sldMk cId="1044035984" sldId="475"/>
            <ac:grpSpMk id="87" creationId="{DC50909C-8427-3671-762B-89F7E079D98E}"/>
          </ac:grpSpMkLst>
        </pc:grpChg>
        <pc:grpChg chg="add del mod">
          <ac:chgData name="박 신영" userId="dc4b2b3c9ac3a666" providerId="LiveId" clId="{4AAAEB7C-E14D-4D96-8835-21457CE7D0A5}" dt="2022-08-25T12:48:57.595" v="2901" actId="478"/>
          <ac:grpSpMkLst>
            <pc:docMk/>
            <pc:sldMk cId="1044035984" sldId="475"/>
            <ac:grpSpMk id="96" creationId="{E3253788-D984-91F3-07EB-944A7AE2E96A}"/>
          </ac:grpSpMkLst>
        </pc:grpChg>
        <pc:grpChg chg="add mod">
          <ac:chgData name="박 신영" userId="dc4b2b3c9ac3a666" providerId="LiveId" clId="{4AAAEB7C-E14D-4D96-8835-21457CE7D0A5}" dt="2022-08-25T13:45:57.506" v="3481" actId="1076"/>
          <ac:grpSpMkLst>
            <pc:docMk/>
            <pc:sldMk cId="1044035984" sldId="475"/>
            <ac:grpSpMk id="99" creationId="{47D8990E-EA97-D0E1-1B31-FCF3ECB58DB4}"/>
          </ac:grpSpMkLst>
        </pc:grpChg>
        <pc:grpChg chg="add del mod">
          <ac:chgData name="박 신영" userId="dc4b2b3c9ac3a666" providerId="LiveId" clId="{4AAAEB7C-E14D-4D96-8835-21457CE7D0A5}" dt="2022-08-25T13:46:13.323" v="3483" actId="478"/>
          <ac:grpSpMkLst>
            <pc:docMk/>
            <pc:sldMk cId="1044035984" sldId="475"/>
            <ac:grpSpMk id="110" creationId="{BAC1D8DA-81E8-1E4C-42BB-5B1D752AD1C1}"/>
          </ac:grpSpMkLst>
        </pc:grpChg>
      </pc:sldChg>
      <pc:sldChg chg="addSp delSp modSp new mod modClrScheme chgLayout">
        <pc:chgData name="박 신영" userId="dc4b2b3c9ac3a666" providerId="LiveId" clId="{4AAAEB7C-E14D-4D96-8835-21457CE7D0A5}" dt="2022-08-25T13:52:53.843" v="3575" actId="700"/>
        <pc:sldMkLst>
          <pc:docMk/>
          <pc:sldMk cId="2991688360" sldId="476"/>
        </pc:sldMkLst>
        <pc:spChg chg="mod">
          <ac:chgData name="박 신영" userId="dc4b2b3c9ac3a666" providerId="LiveId" clId="{4AAAEB7C-E14D-4D96-8835-21457CE7D0A5}" dt="2022-08-25T13:28:40.001" v="3314"/>
          <ac:spMkLst>
            <pc:docMk/>
            <pc:sldMk cId="2991688360" sldId="476"/>
            <ac:spMk id="4" creationId="{05FFE9A6-58FF-B351-D023-A94F13E2B8C7}"/>
          </ac:spMkLst>
        </pc:spChg>
        <pc:spChg chg="mod">
          <ac:chgData name="박 신영" userId="dc4b2b3c9ac3a666" providerId="LiveId" clId="{4AAAEB7C-E14D-4D96-8835-21457CE7D0A5}" dt="2022-08-25T13:28:40.001" v="3314"/>
          <ac:spMkLst>
            <pc:docMk/>
            <pc:sldMk cId="2991688360" sldId="476"/>
            <ac:spMk id="5" creationId="{6F937CCD-9556-304A-19AB-C9A44B420BB6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6" creationId="{48391EE7-6F07-E625-0C37-83C66FE65DF9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7" creationId="{8E6477E6-2989-8D50-1BCC-2080785D94A9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8" creationId="{6C8DBD5D-8A7F-AE43-8228-4A04A2A12D0F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9" creationId="{F9DCDAB3-C383-49ED-9795-05A7626F6EA7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10" creationId="{93732997-8741-8520-F3FD-B677302C9389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11" creationId="{7AB02C85-2BA1-6CCA-29AF-6143509A2122}"/>
          </ac:spMkLst>
        </pc:spChg>
        <pc:spChg chg="mod">
          <ac:chgData name="박 신영" userId="dc4b2b3c9ac3a666" providerId="LiveId" clId="{4AAAEB7C-E14D-4D96-8835-21457CE7D0A5}" dt="2022-08-25T13:28:40.001" v="3314"/>
          <ac:spMkLst>
            <pc:docMk/>
            <pc:sldMk cId="2991688360" sldId="476"/>
            <ac:spMk id="13" creationId="{F6989628-E605-EC64-3254-2375AEC0EB20}"/>
          </ac:spMkLst>
        </pc:spChg>
        <pc:spChg chg="mod">
          <ac:chgData name="박 신영" userId="dc4b2b3c9ac3a666" providerId="LiveId" clId="{4AAAEB7C-E14D-4D96-8835-21457CE7D0A5}" dt="2022-08-25T13:28:40.001" v="3314"/>
          <ac:spMkLst>
            <pc:docMk/>
            <pc:sldMk cId="2991688360" sldId="476"/>
            <ac:spMk id="14" creationId="{940AC1CA-84E3-C189-3145-2B14293A6D18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15" creationId="{B7E324D7-F03A-CB36-9E62-3B8BDEEB3E4F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16" creationId="{5243FDC1-E9D8-B25D-8F10-B2A78C39EADF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17" creationId="{9FFD038C-A710-18C5-84C5-AB3B2A1A678C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18" creationId="{3EF3C8EE-11F2-4CF3-621E-9DCCFD2DE277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19" creationId="{F3E39B0B-8141-DF54-DB0B-53D8E89227B7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20" creationId="{653CE378-C556-4C5F-E9AA-02904D8562DD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21" creationId="{F4D4B378-C3A9-D43D-5EF7-A24BD9F2CFB2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22" creationId="{223723A4-7446-F12B-26E0-47EF72A0EB79}"/>
          </ac:spMkLst>
        </pc:spChg>
        <pc:spChg chg="mod">
          <ac:chgData name="박 신영" userId="dc4b2b3c9ac3a666" providerId="LiveId" clId="{4AAAEB7C-E14D-4D96-8835-21457CE7D0A5}" dt="2022-08-25T13:28:40.001" v="3314"/>
          <ac:spMkLst>
            <pc:docMk/>
            <pc:sldMk cId="2991688360" sldId="476"/>
            <ac:spMk id="24" creationId="{C0D60758-FA97-9A21-79F2-EE935B0A10A7}"/>
          </ac:spMkLst>
        </pc:spChg>
        <pc:spChg chg="mod">
          <ac:chgData name="박 신영" userId="dc4b2b3c9ac3a666" providerId="LiveId" clId="{4AAAEB7C-E14D-4D96-8835-21457CE7D0A5}" dt="2022-08-25T13:28:40.001" v="3314"/>
          <ac:spMkLst>
            <pc:docMk/>
            <pc:sldMk cId="2991688360" sldId="476"/>
            <ac:spMk id="25" creationId="{B2B8FA9C-68E4-7584-3C54-BEC487BAE6D0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26" creationId="{A8C9E0C3-D23F-0F1B-9DE2-5968DDF87B94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27" creationId="{6BCC5488-84DD-8229-E78D-C62C24BFDD1C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28" creationId="{C2941E29-D217-09ED-3ED1-6221795CF057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29" creationId="{E2047C28-4F54-0C71-F0E5-8FCABB615D4D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30" creationId="{2FC0DF4F-5752-09A6-BDD2-99446225BCF8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31" creationId="{50968816-6F0B-F169-2E7B-7109BE44621B}"/>
          </ac:spMkLst>
        </pc:spChg>
        <pc:spChg chg="add mod">
          <ac:chgData name="박 신영" userId="dc4b2b3c9ac3a666" providerId="LiveId" clId="{4AAAEB7C-E14D-4D96-8835-21457CE7D0A5}" dt="2022-08-25T13:28:43.265" v="3315" actId="1076"/>
          <ac:spMkLst>
            <pc:docMk/>
            <pc:sldMk cId="2991688360" sldId="476"/>
            <ac:spMk id="32" creationId="{95F788E5-A006-1C39-9B87-F71DACAA7D5D}"/>
          </ac:spMkLst>
        </pc:spChg>
        <pc:spChg chg="add mod">
          <ac:chgData name="박 신영" userId="dc4b2b3c9ac3a666" providerId="LiveId" clId="{4AAAEB7C-E14D-4D96-8835-21457CE7D0A5}" dt="2022-08-25T13:28:56.691" v="3318" actId="1076"/>
          <ac:spMkLst>
            <pc:docMk/>
            <pc:sldMk cId="2991688360" sldId="476"/>
            <ac:spMk id="33" creationId="{A0354B7F-5CBF-5A1D-E3E9-7E7C55AC253B}"/>
          </ac:spMkLst>
        </pc:spChg>
        <pc:spChg chg="add mod">
          <ac:chgData name="박 신영" userId="dc4b2b3c9ac3a666" providerId="LiveId" clId="{4AAAEB7C-E14D-4D96-8835-21457CE7D0A5}" dt="2022-08-25T13:31:02.172" v="3361"/>
          <ac:spMkLst>
            <pc:docMk/>
            <pc:sldMk cId="2991688360" sldId="476"/>
            <ac:spMk id="34" creationId="{45C2613F-4E35-EAAB-28B2-1BBADDF2BD5C}"/>
          </ac:spMkLst>
        </pc:spChg>
        <pc:spChg chg="add mod">
          <ac:chgData name="박 신영" userId="dc4b2b3c9ac3a666" providerId="LiveId" clId="{4AAAEB7C-E14D-4D96-8835-21457CE7D0A5}" dt="2022-08-25T13:35:51.383" v="3412" actId="20577"/>
          <ac:spMkLst>
            <pc:docMk/>
            <pc:sldMk cId="2991688360" sldId="476"/>
            <ac:spMk id="35" creationId="{E8A97B25-7966-0FB3-C5BD-933E409C985A}"/>
          </ac:spMkLst>
        </pc:spChg>
        <pc:spChg chg="add mod">
          <ac:chgData name="박 신영" userId="dc4b2b3c9ac3a666" providerId="LiveId" clId="{4AAAEB7C-E14D-4D96-8835-21457CE7D0A5}" dt="2022-08-25T13:36:27.996" v="3479"/>
          <ac:spMkLst>
            <pc:docMk/>
            <pc:sldMk cId="2991688360" sldId="476"/>
            <ac:spMk id="37" creationId="{88FD1FAF-6266-B6C9-714F-D4C19DA8B6BE}"/>
          </ac:spMkLst>
        </pc:spChg>
        <pc:spChg chg="mod">
          <ac:chgData name="박 신영" userId="dc4b2b3c9ac3a666" providerId="LiveId" clId="{4AAAEB7C-E14D-4D96-8835-21457CE7D0A5}" dt="2022-08-25T13:47:23.670" v="3487"/>
          <ac:spMkLst>
            <pc:docMk/>
            <pc:sldMk cId="2991688360" sldId="476"/>
            <ac:spMk id="39" creationId="{DE1BE557-BE27-1D09-8BFF-1202A0FE7A0B}"/>
          </ac:spMkLst>
        </pc:spChg>
        <pc:spChg chg="mod">
          <ac:chgData name="박 신영" userId="dc4b2b3c9ac3a666" providerId="LiveId" clId="{4AAAEB7C-E14D-4D96-8835-21457CE7D0A5}" dt="2022-08-25T13:47:23.670" v="3487"/>
          <ac:spMkLst>
            <pc:docMk/>
            <pc:sldMk cId="2991688360" sldId="476"/>
            <ac:spMk id="40" creationId="{D6A85720-05A8-EDEF-71F6-3D76EA8725BF}"/>
          </ac:spMkLst>
        </pc:spChg>
        <pc:spChg chg="mod">
          <ac:chgData name="박 신영" userId="dc4b2b3c9ac3a666" providerId="LiveId" clId="{4AAAEB7C-E14D-4D96-8835-21457CE7D0A5}" dt="2022-08-25T13:47:23.670" v="3487"/>
          <ac:spMkLst>
            <pc:docMk/>
            <pc:sldMk cId="2991688360" sldId="476"/>
            <ac:spMk id="41" creationId="{4945F3AC-3F81-52A9-A4A7-842D14B6D9B0}"/>
          </ac:spMkLst>
        </pc:spChg>
        <pc:spChg chg="add mod">
          <ac:chgData name="박 신영" userId="dc4b2b3c9ac3a666" providerId="LiveId" clId="{4AAAEB7C-E14D-4D96-8835-21457CE7D0A5}" dt="2022-08-25T13:47:41.994" v="3491" actId="1076"/>
          <ac:spMkLst>
            <pc:docMk/>
            <pc:sldMk cId="2991688360" sldId="476"/>
            <ac:spMk id="42" creationId="{7FBAE51F-27A5-4803-B477-AA151B1171E5}"/>
          </ac:spMkLst>
        </pc:spChg>
        <pc:spChg chg="add mod">
          <ac:chgData name="박 신영" userId="dc4b2b3c9ac3a666" providerId="LiveId" clId="{4AAAEB7C-E14D-4D96-8835-21457CE7D0A5}" dt="2022-08-25T13:47:41.994" v="3491" actId="1076"/>
          <ac:spMkLst>
            <pc:docMk/>
            <pc:sldMk cId="2991688360" sldId="476"/>
            <ac:spMk id="43" creationId="{BA2AF68D-E15C-AEDD-70CD-FBADAE58CF58}"/>
          </ac:spMkLst>
        </pc:spChg>
        <pc:spChg chg="add mod">
          <ac:chgData name="박 신영" userId="dc4b2b3c9ac3a666" providerId="LiveId" clId="{4AAAEB7C-E14D-4D96-8835-21457CE7D0A5}" dt="2022-08-25T13:47:41.994" v="3491" actId="1076"/>
          <ac:spMkLst>
            <pc:docMk/>
            <pc:sldMk cId="2991688360" sldId="476"/>
            <ac:spMk id="44" creationId="{9C04E4F4-BD46-C471-8646-A74DCFABA9D2}"/>
          </ac:spMkLst>
        </pc:spChg>
        <pc:grpChg chg="add mod">
          <ac:chgData name="박 신영" userId="dc4b2b3c9ac3a666" providerId="LiveId" clId="{4AAAEB7C-E14D-4D96-8835-21457CE7D0A5}" dt="2022-08-25T13:28:43.265" v="3315" actId="1076"/>
          <ac:grpSpMkLst>
            <pc:docMk/>
            <pc:sldMk cId="2991688360" sldId="476"/>
            <ac:grpSpMk id="3" creationId="{4F62650A-7B00-E890-41BF-9BEC6B22823D}"/>
          </ac:grpSpMkLst>
        </pc:grpChg>
        <pc:grpChg chg="add mod">
          <ac:chgData name="박 신영" userId="dc4b2b3c9ac3a666" providerId="LiveId" clId="{4AAAEB7C-E14D-4D96-8835-21457CE7D0A5}" dt="2022-08-25T13:28:43.265" v="3315" actId="1076"/>
          <ac:grpSpMkLst>
            <pc:docMk/>
            <pc:sldMk cId="2991688360" sldId="476"/>
            <ac:grpSpMk id="12" creationId="{F83AA27E-5BCC-531C-CC9A-B43C7F88D0CC}"/>
          </ac:grpSpMkLst>
        </pc:grpChg>
        <pc:grpChg chg="add mod">
          <ac:chgData name="박 신영" userId="dc4b2b3c9ac3a666" providerId="LiveId" clId="{4AAAEB7C-E14D-4D96-8835-21457CE7D0A5}" dt="2022-08-25T13:28:43.265" v="3315" actId="1076"/>
          <ac:grpSpMkLst>
            <pc:docMk/>
            <pc:sldMk cId="2991688360" sldId="476"/>
            <ac:grpSpMk id="23" creationId="{8ECEFBBA-434E-E1BA-F315-713BA44DA917}"/>
          </ac:grpSpMkLst>
        </pc:grpChg>
        <pc:grpChg chg="add del mod">
          <ac:chgData name="박 신영" userId="dc4b2b3c9ac3a666" providerId="LiveId" clId="{4AAAEB7C-E14D-4D96-8835-21457CE7D0A5}" dt="2022-08-25T13:47:24.516" v="3488"/>
          <ac:grpSpMkLst>
            <pc:docMk/>
            <pc:sldMk cId="2991688360" sldId="476"/>
            <ac:grpSpMk id="38" creationId="{304A7113-B438-3CE3-E375-9E387AD99478}"/>
          </ac:grpSpMkLst>
        </pc:grpChg>
        <pc:graphicFrameChg chg="add mod">
          <ac:chgData name="박 신영" userId="dc4b2b3c9ac3a666" providerId="LiveId" clId="{4AAAEB7C-E14D-4D96-8835-21457CE7D0A5}" dt="2022-08-25T13:28:24.729" v="3313"/>
          <ac:graphicFrameMkLst>
            <pc:docMk/>
            <pc:sldMk cId="2991688360" sldId="476"/>
            <ac:graphicFrameMk id="2" creationId="{9189EF1B-0B71-0F03-4C88-6C0742D404B9}"/>
          </ac:graphicFrameMkLst>
        </pc:graphicFrameChg>
        <pc:cxnChg chg="add mod">
          <ac:chgData name="박 신영" userId="dc4b2b3c9ac3a666" providerId="LiveId" clId="{4AAAEB7C-E14D-4D96-8835-21457CE7D0A5}" dt="2022-08-25T13:28:56.691" v="3318" actId="1076"/>
          <ac:cxnSpMkLst>
            <pc:docMk/>
            <pc:sldMk cId="2991688360" sldId="476"/>
            <ac:cxnSpMk id="36" creationId="{EEA9783E-F1BA-B14F-BACC-3B87EE2DCCFD}"/>
          </ac:cxnSpMkLst>
        </pc:cxnChg>
        <pc:cxnChg chg="add mod">
          <ac:chgData name="박 신영" userId="dc4b2b3c9ac3a666" providerId="LiveId" clId="{4AAAEB7C-E14D-4D96-8835-21457CE7D0A5}" dt="2022-08-25T13:47:41.994" v="3491" actId="1076"/>
          <ac:cxnSpMkLst>
            <pc:docMk/>
            <pc:sldMk cId="2991688360" sldId="476"/>
            <ac:cxnSpMk id="45" creationId="{07B436AE-4500-6AF7-7125-62B2B874F683}"/>
          </ac:cxnSpMkLst>
        </pc:cxnChg>
      </pc:sldChg>
      <pc:sldChg chg="addSp delSp modSp add mod">
        <pc:chgData name="박 신영" userId="dc4b2b3c9ac3a666" providerId="LiveId" clId="{4AAAEB7C-E14D-4D96-8835-21457CE7D0A5}" dt="2022-08-25T14:22:49.591" v="4719" actId="20577"/>
        <pc:sldMkLst>
          <pc:docMk/>
          <pc:sldMk cId="3478945662" sldId="477"/>
        </pc:sldMkLst>
        <pc:spChg chg="mod">
          <ac:chgData name="박 신영" userId="dc4b2b3c9ac3a666" providerId="LiveId" clId="{4AAAEB7C-E14D-4D96-8835-21457CE7D0A5}" dt="2022-08-25T13:50:33.855" v="3534"/>
          <ac:spMkLst>
            <pc:docMk/>
            <pc:sldMk cId="3478945662" sldId="477"/>
            <ac:spMk id="2" creationId="{74834146-0F05-4F81-BC7A-7F8FCCEF6DA8}"/>
          </ac:spMkLst>
        </pc:spChg>
        <pc:spChg chg="mod">
          <ac:chgData name="박 신영" userId="dc4b2b3c9ac3a666" providerId="LiveId" clId="{4AAAEB7C-E14D-4D96-8835-21457CE7D0A5}" dt="2022-08-25T13:50:30.421" v="3528"/>
          <ac:spMkLst>
            <pc:docMk/>
            <pc:sldMk cId="3478945662" sldId="477"/>
            <ac:spMk id="3" creationId="{74834146-0F05-4F81-BC7A-7F8FCCEF6DA8}"/>
          </ac:spMkLst>
        </pc:spChg>
        <pc:spChg chg="mod">
          <ac:chgData name="박 신영" userId="dc4b2b3c9ac3a666" providerId="LiveId" clId="{4AAAEB7C-E14D-4D96-8835-21457CE7D0A5}" dt="2022-08-25T13:50:39.227" v="3540"/>
          <ac:spMkLst>
            <pc:docMk/>
            <pc:sldMk cId="3478945662" sldId="477"/>
            <ac:spMk id="4" creationId="{6EFD34B7-54BA-DD2B-E572-19EC65B5835F}"/>
          </ac:spMkLst>
        </pc:spChg>
        <pc:spChg chg="mod topLvl">
          <ac:chgData name="박 신영" userId="dc4b2b3c9ac3a666" providerId="LiveId" clId="{4AAAEB7C-E14D-4D96-8835-21457CE7D0A5}" dt="2022-08-25T14:04:50.442" v="4116" actId="20577"/>
          <ac:spMkLst>
            <pc:docMk/>
            <pc:sldMk cId="3478945662" sldId="477"/>
            <ac:spMk id="10" creationId="{0BA67802-1380-59F1-EE26-BFBAD1FB3F05}"/>
          </ac:spMkLst>
        </pc:spChg>
        <pc:spChg chg="del">
          <ac:chgData name="박 신영" userId="dc4b2b3c9ac3a666" providerId="LiveId" clId="{4AAAEB7C-E14D-4D96-8835-21457CE7D0A5}" dt="2022-08-25T13:53:08.061" v="3576" actId="478"/>
          <ac:spMkLst>
            <pc:docMk/>
            <pc:sldMk cId="3478945662" sldId="477"/>
            <ac:spMk id="11" creationId="{C61F6ABC-0D27-255A-3D01-7335E0C004DF}"/>
          </ac:spMkLst>
        </pc:spChg>
        <pc:spChg chg="del">
          <ac:chgData name="박 신영" userId="dc4b2b3c9ac3a666" providerId="LiveId" clId="{4AAAEB7C-E14D-4D96-8835-21457CE7D0A5}" dt="2022-08-25T13:53:08.061" v="3576" actId="478"/>
          <ac:spMkLst>
            <pc:docMk/>
            <pc:sldMk cId="3478945662" sldId="477"/>
            <ac:spMk id="13" creationId="{5EAB47EF-6949-8E4D-3BA3-BF3B493B0AB0}"/>
          </ac:spMkLst>
        </pc:spChg>
        <pc:spChg chg="mod">
          <ac:chgData name="박 신영" userId="dc4b2b3c9ac3a666" providerId="LiveId" clId="{4AAAEB7C-E14D-4D96-8835-21457CE7D0A5}" dt="2022-08-25T13:51:45.961" v="3573"/>
          <ac:spMkLst>
            <pc:docMk/>
            <pc:sldMk cId="3478945662" sldId="477"/>
            <ac:spMk id="14" creationId="{F310DDE5-3AB5-3CF2-9487-0B7AEFBEBDD1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19" creationId="{866EC19C-5362-A273-C51E-AF8DCA8DB9AE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20" creationId="{49ACEE0E-2A75-9530-8A03-6162D4E21603}"/>
          </ac:spMkLst>
        </pc:spChg>
        <pc:spChg chg="del">
          <ac:chgData name="박 신영" userId="dc4b2b3c9ac3a666" providerId="LiveId" clId="{4AAAEB7C-E14D-4D96-8835-21457CE7D0A5}" dt="2022-08-25T13:53:08.061" v="3576" actId="478"/>
          <ac:spMkLst>
            <pc:docMk/>
            <pc:sldMk cId="3478945662" sldId="477"/>
            <ac:spMk id="21" creationId="{B59AAB3B-9322-E0BA-4972-2ECC47ACF97B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22" creationId="{41672CFE-4A11-6DA0-FC49-AABBC96C5658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23" creationId="{D2688164-B49E-5B44-593D-2C3C92E8F5C2}"/>
          </ac:spMkLst>
        </pc:spChg>
        <pc:spChg chg="add del mod topLvl">
          <ac:chgData name="박 신영" userId="dc4b2b3c9ac3a666" providerId="LiveId" clId="{4AAAEB7C-E14D-4D96-8835-21457CE7D0A5}" dt="2022-08-25T14:03:55.367" v="3965" actId="478"/>
          <ac:spMkLst>
            <pc:docMk/>
            <pc:sldMk cId="3478945662" sldId="477"/>
            <ac:spMk id="24" creationId="{7B15FE4A-EB92-9402-37BC-39EF7177AA25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25" creationId="{FB486404-94CE-F634-AAC6-A15296D79B4A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26" creationId="{F4C9139F-87B9-59A4-074A-69DB38AECB4B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31" creationId="{37D7A676-F618-7AAC-B696-BA1A48C9D921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32" creationId="{CE6FA078-4CEE-2AB7-18A5-5E5D36A16608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33" creationId="{E343E4A8-F626-0BDD-A96C-A73CE6E53372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34" creationId="{86A56520-ED8C-5822-6EF2-CCFB54C37864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35" creationId="{A12D1FC9-AB37-15E1-A291-5B5AD44B0F62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36" creationId="{40D73125-940A-3C1C-7138-3DAC8C980621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37" creationId="{2D671CCA-C62C-966A-75DF-C4E9358E5547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38" creationId="{A724ABC6-3D25-DA8D-A3FC-9C95CDA49FC6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41" creationId="{82B6EEE1-BB83-A018-9818-D7FF184928EA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47" creationId="{FAB4A7C5-4D4A-E032-F3A6-4C4156FAC9B5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48" creationId="{39F0985F-47A4-1A0A-B25E-00C870A9C968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49" creationId="{D2894082-C56F-D0D8-156E-BCCCCF093E5C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50" creationId="{2C9A0205-77D5-7890-C833-BCCC94BCCC78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51" creationId="{2FA15F7B-00C2-BFC1-A115-00BD6FE7B321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52" creationId="{9D4D7B38-5859-30B3-040B-7936E0550C1D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53" creationId="{256C7C9B-4D76-C3A5-2AB9-6DAA0EF19485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57" creationId="{92E8F233-8B31-E3FF-7558-1656E336DBA7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58" creationId="{0C698B35-6B4E-4668-C03E-FBD89F236BED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59" creationId="{D6256243-AA67-8D66-EF35-2800527F56CD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60" creationId="{DF49CF74-ED4F-2704-C1C5-67A867AD291F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61" creationId="{3A4F1E55-A137-B74F-B234-831E7321B655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62" creationId="{93AF55D0-0E2C-DF40-DD53-8B6919E79E5C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63" creationId="{DE0FA0CA-1F54-B801-66B2-2CD9F1ED44CD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64" creationId="{8B775EB0-EAB6-EA9D-A89E-9326DEC8C0C9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65" creationId="{A6600CD8-52CD-74A9-6E96-3B8A962153BD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67" creationId="{F4158D80-4638-E4A5-498E-13FADCFC9F41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68" creationId="{72FE373D-5BE6-D327-0B46-AA209005B676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69" creationId="{EE464BC2-5666-494A-36C3-D30558FD6260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70" creationId="{F7630546-ED38-A341-5049-FCD4D6A89394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78" creationId="{FDB92B2D-DCC1-3FB8-07FC-9BC373AE8717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79" creationId="{723DB237-03F1-DBBF-9189-EEBBC743E000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80" creationId="{40F4FFD6-5C51-73E7-7FC1-42E2EB802F04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81" creationId="{5A76F476-B08A-1332-7373-0D5F75DA0EF4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82" creationId="{8914BBAE-029A-97F7-29E4-F4DE52DF38C8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83" creationId="{E28E9A79-8ADD-094E-ED7E-B0DE81AC576D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90" creationId="{96563F58-8E82-6859-CDF2-1783DBD4A209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91" creationId="{AAEA1C0C-E370-DB40-E3E1-553B266F6896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92" creationId="{A7E11541-9BAA-1551-DB1D-69237628A48C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93" creationId="{4CF7AADD-32FE-26BE-BCF0-361AA8788CFA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94" creationId="{2DC6F747-C282-58F8-4E53-75A728095B71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95" creationId="{60CC1268-CB07-5076-D576-F7EEFFD5FFEC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102" creationId="{256A5F57-F422-1FB8-0111-BB9DEDC45EA3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103" creationId="{971DE290-0C80-F4BD-0AB3-C7B8A4E42B0C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104" creationId="{4E8E9808-87DD-F443-85EA-1699902D3281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105" creationId="{5D754A89-989C-6531-C84B-1C81CBE73234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106" creationId="{3AD9A73A-D864-576C-1EB8-EBC73414A43A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107" creationId="{22E4ADD9-31FF-6227-66BF-47A6848ABC0C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108" creationId="{B11638AF-7A0F-F68B-CDD9-CDB947458CFF}"/>
          </ac:spMkLst>
        </pc:spChg>
        <pc:spChg chg="del">
          <ac:chgData name="박 신영" userId="dc4b2b3c9ac3a666" providerId="LiveId" clId="{4AAAEB7C-E14D-4D96-8835-21457CE7D0A5}" dt="2022-08-25T13:52:45.277" v="3574" actId="478"/>
          <ac:spMkLst>
            <pc:docMk/>
            <pc:sldMk cId="3478945662" sldId="477"/>
            <ac:spMk id="109" creationId="{7A473418-17A3-66C7-2C69-77B2800AB029}"/>
          </ac:spMkLst>
        </pc:spChg>
        <pc:spChg chg="mod">
          <ac:chgData name="박 신영" userId="dc4b2b3c9ac3a666" providerId="LiveId" clId="{4AAAEB7C-E14D-4D96-8835-21457CE7D0A5}" dt="2022-08-25T13:55:07.221" v="3614"/>
          <ac:spMkLst>
            <pc:docMk/>
            <pc:sldMk cId="3478945662" sldId="477"/>
            <ac:spMk id="110" creationId="{3920D6A3-F0A7-965C-2E9C-26A53BF72FE7}"/>
          </ac:spMkLst>
        </pc:spChg>
        <pc:spChg chg="mod">
          <ac:chgData name="박 신영" userId="dc4b2b3c9ac3a666" providerId="LiveId" clId="{4AAAEB7C-E14D-4D96-8835-21457CE7D0A5}" dt="2022-08-25T13:55:07.221" v="3614"/>
          <ac:spMkLst>
            <pc:docMk/>
            <pc:sldMk cId="3478945662" sldId="477"/>
            <ac:spMk id="111" creationId="{5761917D-B578-62FD-E37F-520720079A64}"/>
          </ac:spMkLst>
        </pc:spChg>
        <pc:spChg chg="add del mod">
          <ac:chgData name="박 신영" userId="dc4b2b3c9ac3a666" providerId="LiveId" clId="{4AAAEB7C-E14D-4D96-8835-21457CE7D0A5}" dt="2022-08-25T14:03:55.367" v="3965" actId="478"/>
          <ac:spMkLst>
            <pc:docMk/>
            <pc:sldMk cId="3478945662" sldId="477"/>
            <ac:spMk id="112" creationId="{95F75659-07F9-25A5-CB0B-195220C55930}"/>
          </ac:spMkLst>
        </pc:spChg>
        <pc:spChg chg="add mod">
          <ac:chgData name="박 신영" userId="dc4b2b3c9ac3a666" providerId="LiveId" clId="{4AAAEB7C-E14D-4D96-8835-21457CE7D0A5}" dt="2022-08-25T14:22:49.591" v="4719" actId="20577"/>
          <ac:spMkLst>
            <pc:docMk/>
            <pc:sldMk cId="3478945662" sldId="477"/>
            <ac:spMk id="113" creationId="{C6B6F363-83ED-81EC-0E8C-F6B3AB2B7A89}"/>
          </ac:spMkLst>
        </pc:spChg>
        <pc:spChg chg="add del mod">
          <ac:chgData name="박 신영" userId="dc4b2b3c9ac3a666" providerId="LiveId" clId="{4AAAEB7C-E14D-4D96-8835-21457CE7D0A5}" dt="2022-08-25T14:03:55.367" v="3965" actId="478"/>
          <ac:spMkLst>
            <pc:docMk/>
            <pc:sldMk cId="3478945662" sldId="477"/>
            <ac:spMk id="114" creationId="{628E0982-8CA9-4EBA-2B4D-FC585BAEA4FE}"/>
          </ac:spMkLst>
        </pc:spChg>
        <pc:spChg chg="mod">
          <ac:chgData name="박 신영" userId="dc4b2b3c9ac3a666" providerId="LiveId" clId="{4AAAEB7C-E14D-4D96-8835-21457CE7D0A5}" dt="2022-08-25T13:59:37.866" v="3777" actId="571"/>
          <ac:spMkLst>
            <pc:docMk/>
            <pc:sldMk cId="3478945662" sldId="477"/>
            <ac:spMk id="116" creationId="{929A2466-775B-5153-9D4E-A2BD33671A03}"/>
          </ac:spMkLst>
        </pc:spChg>
        <pc:spChg chg="mod">
          <ac:chgData name="박 신영" userId="dc4b2b3c9ac3a666" providerId="LiveId" clId="{4AAAEB7C-E14D-4D96-8835-21457CE7D0A5}" dt="2022-08-25T13:59:37.866" v="3777" actId="571"/>
          <ac:spMkLst>
            <pc:docMk/>
            <pc:sldMk cId="3478945662" sldId="477"/>
            <ac:spMk id="117" creationId="{4960441B-37C2-85D6-A27A-E67ABB483CB9}"/>
          </ac:spMkLst>
        </pc:spChg>
        <pc:spChg chg="add del mod">
          <ac:chgData name="박 신영" userId="dc4b2b3c9ac3a666" providerId="LiveId" clId="{4AAAEB7C-E14D-4D96-8835-21457CE7D0A5}" dt="2022-08-25T14:03:55.367" v="3965" actId="478"/>
          <ac:spMkLst>
            <pc:docMk/>
            <pc:sldMk cId="3478945662" sldId="477"/>
            <ac:spMk id="118" creationId="{842F341F-215B-DD1D-DF9A-A90050792735}"/>
          </ac:spMkLst>
        </pc:spChg>
        <pc:spChg chg="add mod">
          <ac:chgData name="박 신영" userId="dc4b2b3c9ac3a666" providerId="LiveId" clId="{4AAAEB7C-E14D-4D96-8835-21457CE7D0A5}" dt="2022-08-25T14:16:02.360" v="4523" actId="14100"/>
          <ac:spMkLst>
            <pc:docMk/>
            <pc:sldMk cId="3478945662" sldId="477"/>
            <ac:spMk id="119" creationId="{8DC483C2-A948-1B23-F593-0C5A6DCB14B8}"/>
          </ac:spMkLst>
        </pc:spChg>
        <pc:spChg chg="add del mod">
          <ac:chgData name="박 신영" userId="dc4b2b3c9ac3a666" providerId="LiveId" clId="{4AAAEB7C-E14D-4D96-8835-21457CE7D0A5}" dt="2022-08-25T14:01:57.454" v="3895" actId="478"/>
          <ac:spMkLst>
            <pc:docMk/>
            <pc:sldMk cId="3478945662" sldId="477"/>
            <ac:spMk id="121" creationId="{50B856D9-2E2F-9ED7-964D-23EEE4896E50}"/>
          </ac:spMkLst>
        </pc:spChg>
        <pc:spChg chg="add del mod">
          <ac:chgData name="박 신영" userId="dc4b2b3c9ac3a666" providerId="LiveId" clId="{4AAAEB7C-E14D-4D96-8835-21457CE7D0A5}" dt="2022-08-25T14:13:01.929" v="4487" actId="478"/>
          <ac:spMkLst>
            <pc:docMk/>
            <pc:sldMk cId="3478945662" sldId="477"/>
            <ac:spMk id="122" creationId="{D7EED96C-043C-47C1-4F0E-AA872CA1CFF1}"/>
          </ac:spMkLst>
        </pc:spChg>
        <pc:spChg chg="add del mod">
          <ac:chgData name="박 신영" userId="dc4b2b3c9ac3a666" providerId="LiveId" clId="{4AAAEB7C-E14D-4D96-8835-21457CE7D0A5}" dt="2022-08-25T14:13:01.929" v="4487" actId="478"/>
          <ac:spMkLst>
            <pc:docMk/>
            <pc:sldMk cId="3478945662" sldId="477"/>
            <ac:spMk id="123" creationId="{021DEF7C-12A5-ECA5-3A7E-F03DEAC0CF5E}"/>
          </ac:spMkLst>
        </pc:spChg>
        <pc:spChg chg="mod">
          <ac:chgData name="박 신영" userId="dc4b2b3c9ac3a666" providerId="LiveId" clId="{4AAAEB7C-E14D-4D96-8835-21457CE7D0A5}" dt="2022-08-25T14:01:48.667" v="3891" actId="571"/>
          <ac:spMkLst>
            <pc:docMk/>
            <pc:sldMk cId="3478945662" sldId="477"/>
            <ac:spMk id="125" creationId="{DB9BCF83-104C-D7A9-4ECD-08898F50AA96}"/>
          </ac:spMkLst>
        </pc:spChg>
        <pc:spChg chg="mod">
          <ac:chgData name="박 신영" userId="dc4b2b3c9ac3a666" providerId="LiveId" clId="{4AAAEB7C-E14D-4D96-8835-21457CE7D0A5}" dt="2022-08-25T14:01:48.667" v="3891" actId="571"/>
          <ac:spMkLst>
            <pc:docMk/>
            <pc:sldMk cId="3478945662" sldId="477"/>
            <ac:spMk id="126" creationId="{B1DF8712-9B7D-D544-A554-4F7CD742E9F0}"/>
          </ac:spMkLst>
        </pc:spChg>
        <pc:spChg chg="add del mod">
          <ac:chgData name="박 신영" userId="dc4b2b3c9ac3a666" providerId="LiveId" clId="{4AAAEB7C-E14D-4D96-8835-21457CE7D0A5}" dt="2022-08-25T14:14:29.500" v="4509" actId="478"/>
          <ac:spMkLst>
            <pc:docMk/>
            <pc:sldMk cId="3478945662" sldId="477"/>
            <ac:spMk id="127" creationId="{5E233853-56A2-1CA1-DC72-19B923857CF2}"/>
          </ac:spMkLst>
        </pc:spChg>
        <pc:spChg chg="add del mod">
          <ac:chgData name="박 신영" userId="dc4b2b3c9ac3a666" providerId="LiveId" clId="{4AAAEB7C-E14D-4D96-8835-21457CE7D0A5}" dt="2022-08-25T14:14:29.500" v="4509" actId="478"/>
          <ac:spMkLst>
            <pc:docMk/>
            <pc:sldMk cId="3478945662" sldId="477"/>
            <ac:spMk id="128" creationId="{B8ED3D5B-859B-6A82-358F-877BA40E7BD3}"/>
          </ac:spMkLst>
        </pc:spChg>
        <pc:spChg chg="mod">
          <ac:chgData name="박 신영" userId="dc4b2b3c9ac3a666" providerId="LiveId" clId="{4AAAEB7C-E14D-4D96-8835-21457CE7D0A5}" dt="2022-08-25T14:02:35.433" v="3906" actId="571"/>
          <ac:spMkLst>
            <pc:docMk/>
            <pc:sldMk cId="3478945662" sldId="477"/>
            <ac:spMk id="130" creationId="{391DC040-EBDB-5938-C735-97AE0ABA15B2}"/>
          </ac:spMkLst>
        </pc:spChg>
        <pc:spChg chg="mod">
          <ac:chgData name="박 신영" userId="dc4b2b3c9ac3a666" providerId="LiveId" clId="{4AAAEB7C-E14D-4D96-8835-21457CE7D0A5}" dt="2022-08-25T14:02:35.433" v="3906" actId="571"/>
          <ac:spMkLst>
            <pc:docMk/>
            <pc:sldMk cId="3478945662" sldId="477"/>
            <ac:spMk id="131" creationId="{40D81B64-70C8-8680-FE9D-B0E32505AF34}"/>
          </ac:spMkLst>
        </pc:spChg>
        <pc:spChg chg="add del mod">
          <ac:chgData name="박 신영" userId="dc4b2b3c9ac3a666" providerId="LiveId" clId="{4AAAEB7C-E14D-4D96-8835-21457CE7D0A5}" dt="2022-08-25T14:14:29.500" v="4509" actId="478"/>
          <ac:spMkLst>
            <pc:docMk/>
            <pc:sldMk cId="3478945662" sldId="477"/>
            <ac:spMk id="132" creationId="{697D115E-87FE-CBF9-8209-367649463047}"/>
          </ac:spMkLst>
        </pc:spChg>
        <pc:spChg chg="add del mod">
          <ac:chgData name="박 신영" userId="dc4b2b3c9ac3a666" providerId="LiveId" clId="{4AAAEB7C-E14D-4D96-8835-21457CE7D0A5}" dt="2022-08-25T14:14:29.500" v="4509" actId="478"/>
          <ac:spMkLst>
            <pc:docMk/>
            <pc:sldMk cId="3478945662" sldId="477"/>
            <ac:spMk id="133" creationId="{18D35B34-ED89-338B-27DC-F6D7119DFDB0}"/>
          </ac:spMkLst>
        </pc:spChg>
        <pc:spChg chg="mod">
          <ac:chgData name="박 신영" userId="dc4b2b3c9ac3a666" providerId="LiveId" clId="{4AAAEB7C-E14D-4D96-8835-21457CE7D0A5}" dt="2022-08-25T14:02:38.918" v="3907" actId="571"/>
          <ac:spMkLst>
            <pc:docMk/>
            <pc:sldMk cId="3478945662" sldId="477"/>
            <ac:spMk id="135" creationId="{23A5CCAC-426E-3AE4-27B9-73D19E142BE7}"/>
          </ac:spMkLst>
        </pc:spChg>
        <pc:spChg chg="mod">
          <ac:chgData name="박 신영" userId="dc4b2b3c9ac3a666" providerId="LiveId" clId="{4AAAEB7C-E14D-4D96-8835-21457CE7D0A5}" dt="2022-08-25T14:02:38.918" v="3907" actId="571"/>
          <ac:spMkLst>
            <pc:docMk/>
            <pc:sldMk cId="3478945662" sldId="477"/>
            <ac:spMk id="136" creationId="{9C9E0F40-B6A0-C4C4-B66E-1D3E62C175CA}"/>
          </ac:spMkLst>
        </pc:spChg>
        <pc:spChg chg="add del mod">
          <ac:chgData name="박 신영" userId="dc4b2b3c9ac3a666" providerId="LiveId" clId="{4AAAEB7C-E14D-4D96-8835-21457CE7D0A5}" dt="2022-08-25T14:14:29.500" v="4509" actId="478"/>
          <ac:spMkLst>
            <pc:docMk/>
            <pc:sldMk cId="3478945662" sldId="477"/>
            <ac:spMk id="137" creationId="{09E285F6-EB91-8B04-4DAB-E36A54DD7B86}"/>
          </ac:spMkLst>
        </pc:spChg>
        <pc:spChg chg="add del mod">
          <ac:chgData name="박 신영" userId="dc4b2b3c9ac3a666" providerId="LiveId" clId="{4AAAEB7C-E14D-4D96-8835-21457CE7D0A5}" dt="2022-08-25T14:14:29.500" v="4509" actId="478"/>
          <ac:spMkLst>
            <pc:docMk/>
            <pc:sldMk cId="3478945662" sldId="477"/>
            <ac:spMk id="138" creationId="{23C83F1A-C1CF-5BAE-1D91-5A858FBB6AEA}"/>
          </ac:spMkLst>
        </pc:spChg>
        <pc:spChg chg="mod">
          <ac:chgData name="박 신영" userId="dc4b2b3c9ac3a666" providerId="LiveId" clId="{4AAAEB7C-E14D-4D96-8835-21457CE7D0A5}" dt="2022-08-25T14:02:41.670" v="3908" actId="571"/>
          <ac:spMkLst>
            <pc:docMk/>
            <pc:sldMk cId="3478945662" sldId="477"/>
            <ac:spMk id="140" creationId="{38A9A623-24AF-7BD6-0C2C-F96E94054F80}"/>
          </ac:spMkLst>
        </pc:spChg>
        <pc:spChg chg="mod">
          <ac:chgData name="박 신영" userId="dc4b2b3c9ac3a666" providerId="LiveId" clId="{4AAAEB7C-E14D-4D96-8835-21457CE7D0A5}" dt="2022-08-25T14:02:41.670" v="3908" actId="571"/>
          <ac:spMkLst>
            <pc:docMk/>
            <pc:sldMk cId="3478945662" sldId="477"/>
            <ac:spMk id="141" creationId="{42971C82-29B2-5E69-2C35-AA161DE9F86D}"/>
          </ac:spMkLst>
        </pc:spChg>
        <pc:spChg chg="add mod">
          <ac:chgData name="박 신영" userId="dc4b2b3c9ac3a666" providerId="LiveId" clId="{4AAAEB7C-E14D-4D96-8835-21457CE7D0A5}" dt="2022-08-25T14:14:25.017" v="4508" actId="1076"/>
          <ac:spMkLst>
            <pc:docMk/>
            <pc:sldMk cId="3478945662" sldId="477"/>
            <ac:spMk id="142" creationId="{2BF0CC8C-CF13-2DD6-CA02-35D029B5B6EC}"/>
          </ac:spMkLst>
        </pc:spChg>
        <pc:spChg chg="add del mod">
          <ac:chgData name="박 신영" userId="dc4b2b3c9ac3a666" providerId="LiveId" clId="{4AAAEB7C-E14D-4D96-8835-21457CE7D0A5}" dt="2022-08-25T14:13:01.929" v="4487" actId="478"/>
          <ac:spMkLst>
            <pc:docMk/>
            <pc:sldMk cId="3478945662" sldId="477"/>
            <ac:spMk id="143" creationId="{09816E3B-B579-26C3-1B22-5ADB0F8AD753}"/>
          </ac:spMkLst>
        </pc:spChg>
        <pc:spChg chg="add del mod">
          <ac:chgData name="박 신영" userId="dc4b2b3c9ac3a666" providerId="LiveId" clId="{4AAAEB7C-E14D-4D96-8835-21457CE7D0A5}" dt="2022-08-25T14:13:01.929" v="4487" actId="478"/>
          <ac:spMkLst>
            <pc:docMk/>
            <pc:sldMk cId="3478945662" sldId="477"/>
            <ac:spMk id="144" creationId="{93CB22F6-5897-BB4A-1BB8-FF4966772A10}"/>
          </ac:spMkLst>
        </pc:spChg>
        <pc:spChg chg="add del mod">
          <ac:chgData name="박 신영" userId="dc4b2b3c9ac3a666" providerId="LiveId" clId="{4AAAEB7C-E14D-4D96-8835-21457CE7D0A5}" dt="2022-08-25T14:12:32.797" v="4479" actId="478"/>
          <ac:spMkLst>
            <pc:docMk/>
            <pc:sldMk cId="3478945662" sldId="477"/>
            <ac:spMk id="145" creationId="{80E05A16-D05D-6833-329E-C08248739AD9}"/>
          </ac:spMkLst>
        </pc:spChg>
        <pc:spChg chg="add mod topLvl">
          <ac:chgData name="박 신영" userId="dc4b2b3c9ac3a666" providerId="LiveId" clId="{4AAAEB7C-E14D-4D96-8835-21457CE7D0A5}" dt="2022-08-25T14:14:34.472" v="4511" actId="1076"/>
          <ac:spMkLst>
            <pc:docMk/>
            <pc:sldMk cId="3478945662" sldId="477"/>
            <ac:spMk id="146" creationId="{C4FD6E05-56E1-5EDC-C279-58B1DD868328}"/>
          </ac:spMkLst>
        </pc:spChg>
        <pc:spChg chg="add mod topLvl">
          <ac:chgData name="박 신영" userId="dc4b2b3c9ac3a666" providerId="LiveId" clId="{4AAAEB7C-E14D-4D96-8835-21457CE7D0A5}" dt="2022-08-25T14:14:34.472" v="4511" actId="1076"/>
          <ac:spMkLst>
            <pc:docMk/>
            <pc:sldMk cId="3478945662" sldId="477"/>
            <ac:spMk id="147" creationId="{909D68AF-ED99-B4BD-AE83-8A8D653E5490}"/>
          </ac:spMkLst>
        </pc:spChg>
        <pc:spChg chg="add mod topLvl">
          <ac:chgData name="박 신영" userId="dc4b2b3c9ac3a666" providerId="LiveId" clId="{4AAAEB7C-E14D-4D96-8835-21457CE7D0A5}" dt="2022-08-25T14:14:34.472" v="4511" actId="1076"/>
          <ac:spMkLst>
            <pc:docMk/>
            <pc:sldMk cId="3478945662" sldId="477"/>
            <ac:spMk id="148" creationId="{7A92CB62-EF1C-5CAA-A22B-4EC1FEF12969}"/>
          </ac:spMkLst>
        </pc:spChg>
        <pc:spChg chg="add mod topLvl">
          <ac:chgData name="박 신영" userId="dc4b2b3c9ac3a666" providerId="LiveId" clId="{4AAAEB7C-E14D-4D96-8835-21457CE7D0A5}" dt="2022-08-25T14:14:34.472" v="4511" actId="1076"/>
          <ac:spMkLst>
            <pc:docMk/>
            <pc:sldMk cId="3478945662" sldId="477"/>
            <ac:spMk id="149" creationId="{0EDF255F-A3F9-337E-4AAE-D59942040F85}"/>
          </ac:spMkLst>
        </pc:spChg>
        <pc:spChg chg="add del mod topLvl">
          <ac:chgData name="박 신영" userId="dc4b2b3c9ac3a666" providerId="LiveId" clId="{4AAAEB7C-E14D-4D96-8835-21457CE7D0A5}" dt="2022-08-25T14:11:08.270" v="4432" actId="478"/>
          <ac:spMkLst>
            <pc:docMk/>
            <pc:sldMk cId="3478945662" sldId="477"/>
            <ac:spMk id="150" creationId="{26167A13-7468-3688-CAD1-71541658AFC0}"/>
          </ac:spMkLst>
        </pc:spChg>
        <pc:spChg chg="add mod">
          <ac:chgData name="박 신영" userId="dc4b2b3c9ac3a666" providerId="LiveId" clId="{4AAAEB7C-E14D-4D96-8835-21457CE7D0A5}" dt="2022-08-25T14:14:34.472" v="4511" actId="1076"/>
          <ac:spMkLst>
            <pc:docMk/>
            <pc:sldMk cId="3478945662" sldId="477"/>
            <ac:spMk id="151" creationId="{CABBE2C2-E736-CC2D-12CB-DEA46FAF2858}"/>
          </ac:spMkLst>
        </pc:spChg>
        <pc:spChg chg="add mod">
          <ac:chgData name="박 신영" userId="dc4b2b3c9ac3a666" providerId="LiveId" clId="{4AAAEB7C-E14D-4D96-8835-21457CE7D0A5}" dt="2022-08-25T14:14:01.447" v="4502" actId="1076"/>
          <ac:spMkLst>
            <pc:docMk/>
            <pc:sldMk cId="3478945662" sldId="477"/>
            <ac:spMk id="152" creationId="{0281B771-66C8-BB49-1BB3-C9B959A0E19D}"/>
          </ac:spMkLst>
        </pc:spChg>
        <pc:spChg chg="add mod topLvl">
          <ac:chgData name="박 신영" userId="dc4b2b3c9ac3a666" providerId="LiveId" clId="{4AAAEB7C-E14D-4D96-8835-21457CE7D0A5}" dt="2022-08-25T14:14:34.472" v="4511" actId="1076"/>
          <ac:spMkLst>
            <pc:docMk/>
            <pc:sldMk cId="3478945662" sldId="477"/>
            <ac:spMk id="153" creationId="{58F343A6-E5CE-A16A-C50C-B5E22BA75372}"/>
          </ac:spMkLst>
        </pc:spChg>
        <pc:spChg chg="add mod topLvl">
          <ac:chgData name="박 신영" userId="dc4b2b3c9ac3a666" providerId="LiveId" clId="{4AAAEB7C-E14D-4D96-8835-21457CE7D0A5}" dt="2022-08-25T14:13:49.893" v="4500" actId="1076"/>
          <ac:spMkLst>
            <pc:docMk/>
            <pc:sldMk cId="3478945662" sldId="477"/>
            <ac:spMk id="155" creationId="{FDD471EF-BC4A-399C-DA92-A270E3F5FD12}"/>
          </ac:spMkLst>
        </pc:spChg>
        <pc:spChg chg="add mod topLvl">
          <ac:chgData name="박 신영" userId="dc4b2b3c9ac3a666" providerId="LiveId" clId="{4AAAEB7C-E14D-4D96-8835-21457CE7D0A5}" dt="2022-08-25T14:14:34.472" v="4511" actId="1076"/>
          <ac:spMkLst>
            <pc:docMk/>
            <pc:sldMk cId="3478945662" sldId="477"/>
            <ac:spMk id="156" creationId="{A1F25BD9-F67E-073C-452E-0BFE8B8611AF}"/>
          </ac:spMkLst>
        </pc:spChg>
        <pc:spChg chg="add mod">
          <ac:chgData name="박 신영" userId="dc4b2b3c9ac3a666" providerId="LiveId" clId="{4AAAEB7C-E14D-4D96-8835-21457CE7D0A5}" dt="2022-08-25T14:12:54.692" v="4483" actId="571"/>
          <ac:spMkLst>
            <pc:docMk/>
            <pc:sldMk cId="3478945662" sldId="477"/>
            <ac:spMk id="158" creationId="{6182C760-C2B9-5F1D-51E0-C641E6C26B6A}"/>
          </ac:spMkLst>
        </pc:spChg>
        <pc:spChg chg="add mod">
          <ac:chgData name="박 신영" userId="dc4b2b3c9ac3a666" providerId="LiveId" clId="{4AAAEB7C-E14D-4D96-8835-21457CE7D0A5}" dt="2022-08-25T14:12:54.692" v="4483" actId="571"/>
          <ac:spMkLst>
            <pc:docMk/>
            <pc:sldMk cId="3478945662" sldId="477"/>
            <ac:spMk id="159" creationId="{CCBAF249-7EB1-A1A7-FF2C-74D1EFCA5371}"/>
          </ac:spMkLst>
        </pc:spChg>
        <pc:spChg chg="add mod">
          <ac:chgData name="박 신영" userId="dc4b2b3c9ac3a666" providerId="LiveId" clId="{4AAAEB7C-E14D-4D96-8835-21457CE7D0A5}" dt="2022-08-25T14:12:54.692" v="4483" actId="571"/>
          <ac:spMkLst>
            <pc:docMk/>
            <pc:sldMk cId="3478945662" sldId="477"/>
            <ac:spMk id="160" creationId="{0E83DEC4-BDD2-8C89-D621-A3D2758A6DF1}"/>
          </ac:spMkLst>
        </pc:spChg>
        <pc:spChg chg="add mod">
          <ac:chgData name="박 신영" userId="dc4b2b3c9ac3a666" providerId="LiveId" clId="{4AAAEB7C-E14D-4D96-8835-21457CE7D0A5}" dt="2022-08-25T14:12:54.692" v="4483" actId="571"/>
          <ac:spMkLst>
            <pc:docMk/>
            <pc:sldMk cId="3478945662" sldId="477"/>
            <ac:spMk id="161" creationId="{2A24BA44-B773-AFAF-20B1-89C5E8AE179E}"/>
          </ac:spMkLst>
        </pc:spChg>
        <pc:spChg chg="add mod">
          <ac:chgData name="박 신영" userId="dc4b2b3c9ac3a666" providerId="LiveId" clId="{4AAAEB7C-E14D-4D96-8835-21457CE7D0A5}" dt="2022-08-25T14:12:54.692" v="4483" actId="571"/>
          <ac:spMkLst>
            <pc:docMk/>
            <pc:sldMk cId="3478945662" sldId="477"/>
            <ac:spMk id="162" creationId="{3A8F655D-23C2-E59D-0CFF-0EDD55A38ABB}"/>
          </ac:spMkLst>
        </pc:spChg>
        <pc:spChg chg="add mod">
          <ac:chgData name="박 신영" userId="dc4b2b3c9ac3a666" providerId="LiveId" clId="{4AAAEB7C-E14D-4D96-8835-21457CE7D0A5}" dt="2022-08-25T14:12:54.692" v="4483" actId="571"/>
          <ac:spMkLst>
            <pc:docMk/>
            <pc:sldMk cId="3478945662" sldId="477"/>
            <ac:spMk id="163" creationId="{3F11D5BF-122E-4540-A972-AD4ABA35948D}"/>
          </ac:spMkLst>
        </pc:spChg>
        <pc:spChg chg="add mod">
          <ac:chgData name="박 신영" userId="dc4b2b3c9ac3a666" providerId="LiveId" clId="{4AAAEB7C-E14D-4D96-8835-21457CE7D0A5}" dt="2022-08-25T14:12:54.692" v="4483" actId="571"/>
          <ac:spMkLst>
            <pc:docMk/>
            <pc:sldMk cId="3478945662" sldId="477"/>
            <ac:spMk id="164" creationId="{D6584EA3-2EBC-2073-D1E0-27B8FE4C4218}"/>
          </ac:spMkLst>
        </pc:spChg>
        <pc:spChg chg="add mod">
          <ac:chgData name="박 신영" userId="dc4b2b3c9ac3a666" providerId="LiveId" clId="{4AAAEB7C-E14D-4D96-8835-21457CE7D0A5}" dt="2022-08-25T14:12:54.692" v="4483" actId="571"/>
          <ac:spMkLst>
            <pc:docMk/>
            <pc:sldMk cId="3478945662" sldId="477"/>
            <ac:spMk id="165" creationId="{26FA33E0-31DA-D20B-81DA-F7116FC823F5}"/>
          </ac:spMkLst>
        </pc:spChg>
        <pc:spChg chg="add mod">
          <ac:chgData name="박 신영" userId="dc4b2b3c9ac3a666" providerId="LiveId" clId="{4AAAEB7C-E14D-4D96-8835-21457CE7D0A5}" dt="2022-08-25T14:12:54.692" v="4483" actId="571"/>
          <ac:spMkLst>
            <pc:docMk/>
            <pc:sldMk cId="3478945662" sldId="477"/>
            <ac:spMk id="166" creationId="{327C84A6-B26D-BA35-89F7-DFC16C5CB55F}"/>
          </ac:spMkLst>
        </pc:spChg>
        <pc:spChg chg="add mod">
          <ac:chgData name="박 신영" userId="dc4b2b3c9ac3a666" providerId="LiveId" clId="{4AAAEB7C-E14D-4D96-8835-21457CE7D0A5}" dt="2022-08-25T14:13:44.879" v="4499" actId="1076"/>
          <ac:spMkLst>
            <pc:docMk/>
            <pc:sldMk cId="3478945662" sldId="477"/>
            <ac:spMk id="168" creationId="{C9143970-1713-4E01-525B-9013A760FA8F}"/>
          </ac:spMkLst>
        </pc:spChg>
        <pc:spChg chg="add mod">
          <ac:chgData name="박 신영" userId="dc4b2b3c9ac3a666" providerId="LiveId" clId="{4AAAEB7C-E14D-4D96-8835-21457CE7D0A5}" dt="2022-08-25T14:13:44.879" v="4499" actId="1076"/>
          <ac:spMkLst>
            <pc:docMk/>
            <pc:sldMk cId="3478945662" sldId="477"/>
            <ac:spMk id="169" creationId="{9DD0E0EF-E904-C521-A564-520F3EB35837}"/>
          </ac:spMkLst>
        </pc:spChg>
        <pc:spChg chg="add mod">
          <ac:chgData name="박 신영" userId="dc4b2b3c9ac3a666" providerId="LiveId" clId="{4AAAEB7C-E14D-4D96-8835-21457CE7D0A5}" dt="2022-08-25T14:13:44.879" v="4499" actId="1076"/>
          <ac:spMkLst>
            <pc:docMk/>
            <pc:sldMk cId="3478945662" sldId="477"/>
            <ac:spMk id="170" creationId="{FF6B5B0F-91D8-1D57-6184-EF75C80D7E0A}"/>
          </ac:spMkLst>
        </pc:spChg>
        <pc:spChg chg="add mod">
          <ac:chgData name="박 신영" userId="dc4b2b3c9ac3a666" providerId="LiveId" clId="{4AAAEB7C-E14D-4D96-8835-21457CE7D0A5}" dt="2022-08-25T14:13:44.879" v="4499" actId="1076"/>
          <ac:spMkLst>
            <pc:docMk/>
            <pc:sldMk cId="3478945662" sldId="477"/>
            <ac:spMk id="171" creationId="{27A917DF-E73A-ACA1-9CDE-062A801F4C55}"/>
          </ac:spMkLst>
        </pc:spChg>
        <pc:spChg chg="add mod">
          <ac:chgData name="박 신영" userId="dc4b2b3c9ac3a666" providerId="LiveId" clId="{4AAAEB7C-E14D-4D96-8835-21457CE7D0A5}" dt="2022-08-25T14:13:44.879" v="4499" actId="1076"/>
          <ac:spMkLst>
            <pc:docMk/>
            <pc:sldMk cId="3478945662" sldId="477"/>
            <ac:spMk id="172" creationId="{184139FA-36E4-1F5C-4D11-863CC1B41365}"/>
          </ac:spMkLst>
        </pc:spChg>
        <pc:spChg chg="mod">
          <ac:chgData name="박 신영" userId="dc4b2b3c9ac3a666" providerId="LiveId" clId="{4AAAEB7C-E14D-4D96-8835-21457CE7D0A5}" dt="2022-08-25T14:14:36.295" v="4512" actId="571"/>
          <ac:spMkLst>
            <pc:docMk/>
            <pc:sldMk cId="3478945662" sldId="477"/>
            <ac:spMk id="174" creationId="{68C1339E-E927-B9E9-37B2-FC11DF750A92}"/>
          </ac:spMkLst>
        </pc:spChg>
        <pc:spChg chg="mod">
          <ac:chgData name="박 신영" userId="dc4b2b3c9ac3a666" providerId="LiveId" clId="{4AAAEB7C-E14D-4D96-8835-21457CE7D0A5}" dt="2022-08-25T14:14:36.295" v="4512" actId="571"/>
          <ac:spMkLst>
            <pc:docMk/>
            <pc:sldMk cId="3478945662" sldId="477"/>
            <ac:spMk id="175" creationId="{F2D75610-3DA2-E253-2D1F-11F5A775F50A}"/>
          </ac:spMkLst>
        </pc:spChg>
        <pc:spChg chg="add mod">
          <ac:chgData name="박 신영" userId="dc4b2b3c9ac3a666" providerId="LiveId" clId="{4AAAEB7C-E14D-4D96-8835-21457CE7D0A5}" dt="2022-08-25T14:14:39.073" v="4513" actId="1076"/>
          <ac:spMkLst>
            <pc:docMk/>
            <pc:sldMk cId="3478945662" sldId="477"/>
            <ac:spMk id="176" creationId="{8CD92849-4AEE-40D7-060B-80A9BDDBA249}"/>
          </ac:spMkLst>
        </pc:spChg>
        <pc:spChg chg="add mod">
          <ac:chgData name="박 신영" userId="dc4b2b3c9ac3a666" providerId="LiveId" clId="{4AAAEB7C-E14D-4D96-8835-21457CE7D0A5}" dt="2022-08-25T14:14:39.073" v="4513" actId="1076"/>
          <ac:spMkLst>
            <pc:docMk/>
            <pc:sldMk cId="3478945662" sldId="477"/>
            <ac:spMk id="177" creationId="{A86404BE-1D57-0B40-EEEF-2774644FE12D}"/>
          </ac:spMkLst>
        </pc:spChg>
        <pc:spChg chg="add mod">
          <ac:chgData name="박 신영" userId="dc4b2b3c9ac3a666" providerId="LiveId" clId="{4AAAEB7C-E14D-4D96-8835-21457CE7D0A5}" dt="2022-08-25T14:14:39.073" v="4513" actId="1076"/>
          <ac:spMkLst>
            <pc:docMk/>
            <pc:sldMk cId="3478945662" sldId="477"/>
            <ac:spMk id="178" creationId="{EE498541-5267-8557-B705-00ECBF66160D}"/>
          </ac:spMkLst>
        </pc:spChg>
        <pc:spChg chg="add mod">
          <ac:chgData name="박 신영" userId="dc4b2b3c9ac3a666" providerId="LiveId" clId="{4AAAEB7C-E14D-4D96-8835-21457CE7D0A5}" dt="2022-08-25T14:14:39.073" v="4513" actId="1076"/>
          <ac:spMkLst>
            <pc:docMk/>
            <pc:sldMk cId="3478945662" sldId="477"/>
            <ac:spMk id="179" creationId="{CD1E016B-3C96-CA4A-23F6-43A6DF453F08}"/>
          </ac:spMkLst>
        </pc:spChg>
        <pc:spChg chg="add mod">
          <ac:chgData name="박 신영" userId="dc4b2b3c9ac3a666" providerId="LiveId" clId="{4AAAEB7C-E14D-4D96-8835-21457CE7D0A5}" dt="2022-08-25T14:14:39.073" v="4513" actId="1076"/>
          <ac:spMkLst>
            <pc:docMk/>
            <pc:sldMk cId="3478945662" sldId="477"/>
            <ac:spMk id="180" creationId="{9A798FB6-624E-672A-F465-1133E94243CC}"/>
          </ac:spMkLst>
        </pc:spChg>
        <pc:spChg chg="add mod">
          <ac:chgData name="박 신영" userId="dc4b2b3c9ac3a666" providerId="LiveId" clId="{4AAAEB7C-E14D-4D96-8835-21457CE7D0A5}" dt="2022-08-25T14:14:39.073" v="4513" actId="1076"/>
          <ac:spMkLst>
            <pc:docMk/>
            <pc:sldMk cId="3478945662" sldId="477"/>
            <ac:spMk id="181" creationId="{B7B5CC51-E3DE-8865-1596-987C1168CF4A}"/>
          </ac:spMkLst>
        </pc:spChg>
        <pc:spChg chg="add mod">
          <ac:chgData name="박 신영" userId="dc4b2b3c9ac3a666" providerId="LiveId" clId="{4AAAEB7C-E14D-4D96-8835-21457CE7D0A5}" dt="2022-08-25T14:14:39.073" v="4513" actId="1076"/>
          <ac:spMkLst>
            <pc:docMk/>
            <pc:sldMk cId="3478945662" sldId="477"/>
            <ac:spMk id="182" creationId="{0F84E8B6-554A-4661-BB63-E9374FCAAC51}"/>
          </ac:spMkLst>
        </pc:spChg>
        <pc:spChg chg="mod">
          <ac:chgData name="박 신영" userId="dc4b2b3c9ac3a666" providerId="LiveId" clId="{4AAAEB7C-E14D-4D96-8835-21457CE7D0A5}" dt="2022-08-25T14:14:40.673" v="4514" actId="571"/>
          <ac:spMkLst>
            <pc:docMk/>
            <pc:sldMk cId="3478945662" sldId="477"/>
            <ac:spMk id="184" creationId="{33B3ECCC-7B11-87A7-A9B3-F4D5C78D9926}"/>
          </ac:spMkLst>
        </pc:spChg>
        <pc:spChg chg="mod">
          <ac:chgData name="박 신영" userId="dc4b2b3c9ac3a666" providerId="LiveId" clId="{4AAAEB7C-E14D-4D96-8835-21457CE7D0A5}" dt="2022-08-25T14:14:40.673" v="4514" actId="571"/>
          <ac:spMkLst>
            <pc:docMk/>
            <pc:sldMk cId="3478945662" sldId="477"/>
            <ac:spMk id="185" creationId="{E1110078-8BCF-F621-CFE3-BBC777F318EE}"/>
          </ac:spMkLst>
        </pc:spChg>
        <pc:spChg chg="add mod">
          <ac:chgData name="박 신영" userId="dc4b2b3c9ac3a666" providerId="LiveId" clId="{4AAAEB7C-E14D-4D96-8835-21457CE7D0A5}" dt="2022-08-25T14:14:45.010" v="4515" actId="1076"/>
          <ac:spMkLst>
            <pc:docMk/>
            <pc:sldMk cId="3478945662" sldId="477"/>
            <ac:spMk id="186" creationId="{6E9C048E-781D-73CA-7AA8-9D520F4DA8D3}"/>
          </ac:spMkLst>
        </pc:spChg>
        <pc:spChg chg="add mod">
          <ac:chgData name="박 신영" userId="dc4b2b3c9ac3a666" providerId="LiveId" clId="{4AAAEB7C-E14D-4D96-8835-21457CE7D0A5}" dt="2022-08-25T14:14:45.010" v="4515" actId="1076"/>
          <ac:spMkLst>
            <pc:docMk/>
            <pc:sldMk cId="3478945662" sldId="477"/>
            <ac:spMk id="187" creationId="{CDDE0831-937E-41A8-D43F-6122B2FFB40A}"/>
          </ac:spMkLst>
        </pc:spChg>
        <pc:spChg chg="add mod">
          <ac:chgData name="박 신영" userId="dc4b2b3c9ac3a666" providerId="LiveId" clId="{4AAAEB7C-E14D-4D96-8835-21457CE7D0A5}" dt="2022-08-25T14:14:45.010" v="4515" actId="1076"/>
          <ac:spMkLst>
            <pc:docMk/>
            <pc:sldMk cId="3478945662" sldId="477"/>
            <ac:spMk id="188" creationId="{DC71324D-CE08-6935-42AC-164B86E54C14}"/>
          </ac:spMkLst>
        </pc:spChg>
        <pc:spChg chg="add mod">
          <ac:chgData name="박 신영" userId="dc4b2b3c9ac3a666" providerId="LiveId" clId="{4AAAEB7C-E14D-4D96-8835-21457CE7D0A5}" dt="2022-08-25T14:14:45.010" v="4515" actId="1076"/>
          <ac:spMkLst>
            <pc:docMk/>
            <pc:sldMk cId="3478945662" sldId="477"/>
            <ac:spMk id="189" creationId="{D41B85A8-3AF9-9C31-FF9A-64763E99A1E2}"/>
          </ac:spMkLst>
        </pc:spChg>
        <pc:spChg chg="add mod">
          <ac:chgData name="박 신영" userId="dc4b2b3c9ac3a666" providerId="LiveId" clId="{4AAAEB7C-E14D-4D96-8835-21457CE7D0A5}" dt="2022-08-25T14:14:45.010" v="4515" actId="1076"/>
          <ac:spMkLst>
            <pc:docMk/>
            <pc:sldMk cId="3478945662" sldId="477"/>
            <ac:spMk id="190" creationId="{86FE8E9D-3C21-022E-47A2-54D515A968D2}"/>
          </ac:spMkLst>
        </pc:spChg>
        <pc:spChg chg="add mod">
          <ac:chgData name="박 신영" userId="dc4b2b3c9ac3a666" providerId="LiveId" clId="{4AAAEB7C-E14D-4D96-8835-21457CE7D0A5}" dt="2022-08-25T14:14:45.010" v="4515" actId="1076"/>
          <ac:spMkLst>
            <pc:docMk/>
            <pc:sldMk cId="3478945662" sldId="477"/>
            <ac:spMk id="191" creationId="{28C228B4-596C-946B-0FB3-D9EAAAED61AB}"/>
          </ac:spMkLst>
        </pc:spChg>
        <pc:spChg chg="add mod">
          <ac:chgData name="박 신영" userId="dc4b2b3c9ac3a666" providerId="LiveId" clId="{4AAAEB7C-E14D-4D96-8835-21457CE7D0A5}" dt="2022-08-25T14:14:45.010" v="4515" actId="1076"/>
          <ac:spMkLst>
            <pc:docMk/>
            <pc:sldMk cId="3478945662" sldId="477"/>
            <ac:spMk id="192" creationId="{CAC1D061-EB92-1DEC-6BAE-02D9CAF637FB}"/>
          </ac:spMkLst>
        </pc:spChg>
        <pc:spChg chg="mod">
          <ac:chgData name="박 신영" userId="dc4b2b3c9ac3a666" providerId="LiveId" clId="{4AAAEB7C-E14D-4D96-8835-21457CE7D0A5}" dt="2022-08-25T14:14:53.111" v="4516"/>
          <ac:spMkLst>
            <pc:docMk/>
            <pc:sldMk cId="3478945662" sldId="477"/>
            <ac:spMk id="194" creationId="{2596ACFC-2F14-08F3-5C95-DE7CA3BD4469}"/>
          </ac:spMkLst>
        </pc:spChg>
        <pc:spChg chg="mod">
          <ac:chgData name="박 신영" userId="dc4b2b3c9ac3a666" providerId="LiveId" clId="{4AAAEB7C-E14D-4D96-8835-21457CE7D0A5}" dt="2022-08-25T14:14:53.111" v="4516"/>
          <ac:spMkLst>
            <pc:docMk/>
            <pc:sldMk cId="3478945662" sldId="477"/>
            <ac:spMk id="195" creationId="{DB5886B7-C9E2-6669-3E94-C34572A62066}"/>
          </ac:spMkLst>
        </pc:spChg>
        <pc:spChg chg="mod">
          <ac:chgData name="박 신영" userId="dc4b2b3c9ac3a666" providerId="LiveId" clId="{4AAAEB7C-E14D-4D96-8835-21457CE7D0A5}" dt="2022-08-25T14:14:53.111" v="4516"/>
          <ac:spMkLst>
            <pc:docMk/>
            <pc:sldMk cId="3478945662" sldId="477"/>
            <ac:spMk id="196" creationId="{106E1E9C-7FE0-6A7E-881F-F6900F6C48B3}"/>
          </ac:spMkLst>
        </pc:spChg>
        <pc:spChg chg="mod">
          <ac:chgData name="박 신영" userId="dc4b2b3c9ac3a666" providerId="LiveId" clId="{4AAAEB7C-E14D-4D96-8835-21457CE7D0A5}" dt="2022-08-25T14:15:04.839" v="4518" actId="571"/>
          <ac:spMkLst>
            <pc:docMk/>
            <pc:sldMk cId="3478945662" sldId="477"/>
            <ac:spMk id="198" creationId="{CA722187-8AFB-BDFE-EA6F-726F619DA786}"/>
          </ac:spMkLst>
        </pc:spChg>
        <pc:spChg chg="mod">
          <ac:chgData name="박 신영" userId="dc4b2b3c9ac3a666" providerId="LiveId" clId="{4AAAEB7C-E14D-4D96-8835-21457CE7D0A5}" dt="2022-08-25T14:15:04.839" v="4518" actId="571"/>
          <ac:spMkLst>
            <pc:docMk/>
            <pc:sldMk cId="3478945662" sldId="477"/>
            <ac:spMk id="199" creationId="{FBB77AE5-C6C6-5177-0BE8-DF3C35780AE7}"/>
          </ac:spMkLst>
        </pc:spChg>
        <pc:spChg chg="add mod">
          <ac:chgData name="박 신영" userId="dc4b2b3c9ac3a666" providerId="LiveId" clId="{4AAAEB7C-E14D-4D96-8835-21457CE7D0A5}" dt="2022-08-25T14:15:04.839" v="4518" actId="571"/>
          <ac:spMkLst>
            <pc:docMk/>
            <pc:sldMk cId="3478945662" sldId="477"/>
            <ac:spMk id="200" creationId="{499BF91B-1DB2-1080-17B8-0AEE12AC5638}"/>
          </ac:spMkLst>
        </pc:spChg>
        <pc:spChg chg="add mod">
          <ac:chgData name="박 신영" userId="dc4b2b3c9ac3a666" providerId="LiveId" clId="{4AAAEB7C-E14D-4D96-8835-21457CE7D0A5}" dt="2022-08-25T14:15:04.839" v="4518" actId="571"/>
          <ac:spMkLst>
            <pc:docMk/>
            <pc:sldMk cId="3478945662" sldId="477"/>
            <ac:spMk id="201" creationId="{6790B5D7-0A44-EFD4-2E4F-790EF8B3E605}"/>
          </ac:spMkLst>
        </pc:spChg>
        <pc:spChg chg="add mod">
          <ac:chgData name="박 신영" userId="dc4b2b3c9ac3a666" providerId="LiveId" clId="{4AAAEB7C-E14D-4D96-8835-21457CE7D0A5}" dt="2022-08-25T14:15:04.839" v="4518" actId="571"/>
          <ac:spMkLst>
            <pc:docMk/>
            <pc:sldMk cId="3478945662" sldId="477"/>
            <ac:spMk id="202" creationId="{D9C2CA3E-BA7F-E43E-A79B-C97FF7486577}"/>
          </ac:spMkLst>
        </pc:spChg>
        <pc:spChg chg="add mod">
          <ac:chgData name="박 신영" userId="dc4b2b3c9ac3a666" providerId="LiveId" clId="{4AAAEB7C-E14D-4D96-8835-21457CE7D0A5}" dt="2022-08-25T14:15:04.839" v="4518" actId="571"/>
          <ac:spMkLst>
            <pc:docMk/>
            <pc:sldMk cId="3478945662" sldId="477"/>
            <ac:spMk id="203" creationId="{1DAF4A15-A039-0600-B93A-1B61F335C5C3}"/>
          </ac:spMkLst>
        </pc:spChg>
        <pc:spChg chg="add mod">
          <ac:chgData name="박 신영" userId="dc4b2b3c9ac3a666" providerId="LiveId" clId="{4AAAEB7C-E14D-4D96-8835-21457CE7D0A5}" dt="2022-08-25T14:15:04.839" v="4518" actId="571"/>
          <ac:spMkLst>
            <pc:docMk/>
            <pc:sldMk cId="3478945662" sldId="477"/>
            <ac:spMk id="204" creationId="{83D1D700-863A-2BF4-5D8D-9AF29DFC9354}"/>
          </ac:spMkLst>
        </pc:spChg>
        <pc:spChg chg="add mod">
          <ac:chgData name="박 신영" userId="dc4b2b3c9ac3a666" providerId="LiveId" clId="{4AAAEB7C-E14D-4D96-8835-21457CE7D0A5}" dt="2022-08-25T14:15:04.839" v="4518" actId="571"/>
          <ac:spMkLst>
            <pc:docMk/>
            <pc:sldMk cId="3478945662" sldId="477"/>
            <ac:spMk id="205" creationId="{F8C09F4D-27DB-1F7D-30F4-9DF921299EFD}"/>
          </ac:spMkLst>
        </pc:spChg>
        <pc:spChg chg="add mod">
          <ac:chgData name="박 신영" userId="dc4b2b3c9ac3a666" providerId="LiveId" clId="{4AAAEB7C-E14D-4D96-8835-21457CE7D0A5}" dt="2022-08-25T14:15:04.839" v="4518" actId="571"/>
          <ac:spMkLst>
            <pc:docMk/>
            <pc:sldMk cId="3478945662" sldId="477"/>
            <ac:spMk id="206" creationId="{6AC81239-F6A7-83D4-5607-92B9F14DB628}"/>
          </ac:spMkLst>
        </pc:spChg>
        <pc:spChg chg="add mod">
          <ac:chgData name="박 신영" userId="dc4b2b3c9ac3a666" providerId="LiveId" clId="{4AAAEB7C-E14D-4D96-8835-21457CE7D0A5}" dt="2022-08-25T14:16:07.981" v="4524" actId="1076"/>
          <ac:spMkLst>
            <pc:docMk/>
            <pc:sldMk cId="3478945662" sldId="477"/>
            <ac:spMk id="207" creationId="{1FA69E72-9EA5-D489-BF27-F7483EF53C25}"/>
          </ac:spMkLst>
        </pc:spChg>
        <pc:spChg chg="add mod">
          <ac:chgData name="박 신영" userId="dc4b2b3c9ac3a666" providerId="LiveId" clId="{4AAAEB7C-E14D-4D96-8835-21457CE7D0A5}" dt="2022-08-25T14:16:07.981" v="4524" actId="1076"/>
          <ac:spMkLst>
            <pc:docMk/>
            <pc:sldMk cId="3478945662" sldId="477"/>
            <ac:spMk id="208" creationId="{A8D71E43-A2A1-A143-A9E2-60DC50CEBAEF}"/>
          </ac:spMkLst>
        </pc:spChg>
        <pc:spChg chg="add mod">
          <ac:chgData name="박 신영" userId="dc4b2b3c9ac3a666" providerId="LiveId" clId="{4AAAEB7C-E14D-4D96-8835-21457CE7D0A5}" dt="2022-08-25T14:16:07.981" v="4524" actId="1076"/>
          <ac:spMkLst>
            <pc:docMk/>
            <pc:sldMk cId="3478945662" sldId="477"/>
            <ac:spMk id="209" creationId="{1E537514-E92B-36EA-2008-E4365D51276A}"/>
          </ac:spMkLst>
        </pc:spChg>
        <pc:spChg chg="add mod">
          <ac:chgData name="박 신영" userId="dc4b2b3c9ac3a666" providerId="LiveId" clId="{4AAAEB7C-E14D-4D96-8835-21457CE7D0A5}" dt="2022-08-25T14:16:09.124" v="4525" actId="571"/>
          <ac:spMkLst>
            <pc:docMk/>
            <pc:sldMk cId="3478945662" sldId="477"/>
            <ac:spMk id="212" creationId="{40EC462D-DEE1-6675-8307-E22EAD321344}"/>
          </ac:spMkLst>
        </pc:spChg>
        <pc:spChg chg="add mod">
          <ac:chgData name="박 신영" userId="dc4b2b3c9ac3a666" providerId="LiveId" clId="{4AAAEB7C-E14D-4D96-8835-21457CE7D0A5}" dt="2022-08-25T14:16:22.293" v="4535"/>
          <ac:spMkLst>
            <pc:docMk/>
            <pc:sldMk cId="3478945662" sldId="477"/>
            <ac:spMk id="213" creationId="{330D5396-973A-B6C6-FDBE-0B2421F21987}"/>
          </ac:spMkLst>
        </pc:s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16" creationId="{CBE0A98C-D786-E748-9FDB-C23188BDB8D3}"/>
          </ac:grpSpMkLst>
        </pc:grpChg>
        <pc:grpChg chg="add del mod">
          <ac:chgData name="박 신영" userId="dc4b2b3c9ac3a666" providerId="LiveId" clId="{4AAAEB7C-E14D-4D96-8835-21457CE7D0A5}" dt="2022-08-25T13:53:30.170" v="3581" actId="165"/>
          <ac:grpSpMkLst>
            <pc:docMk/>
            <pc:sldMk cId="3478945662" sldId="477"/>
            <ac:grpSpMk id="27" creationId="{A1AC785B-E774-DD28-D9BF-A83B327EAC4C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28" creationId="{F2406136-2889-111A-317C-E5120ECEE7E3}"/>
          </ac:grpSpMkLst>
        </pc:grpChg>
        <pc:grpChg chg="add del mod">
          <ac:chgData name="박 신영" userId="dc4b2b3c9ac3a666" providerId="LiveId" clId="{4AAAEB7C-E14D-4D96-8835-21457CE7D0A5}" dt="2022-08-25T13:53:38.595" v="3584" actId="165"/>
          <ac:grpSpMkLst>
            <pc:docMk/>
            <pc:sldMk cId="3478945662" sldId="477"/>
            <ac:grpSpMk id="39" creationId="{11F9B016-1865-A2B1-5A12-205CBB2DA98D}"/>
          </ac:grpSpMkLst>
        </pc:grpChg>
        <pc:grpChg chg="add mod">
          <ac:chgData name="박 신영" userId="dc4b2b3c9ac3a666" providerId="LiveId" clId="{4AAAEB7C-E14D-4D96-8835-21457CE7D0A5}" dt="2022-08-25T14:04:02.936" v="3967" actId="14100"/>
          <ac:grpSpMkLst>
            <pc:docMk/>
            <pc:sldMk cId="3478945662" sldId="477"/>
            <ac:grpSpMk id="40" creationId="{AE098CB6-753E-6296-FEF9-02FAB18E08B1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42" creationId="{D5166DA1-4C20-B5FA-577C-B596FD8BD8EC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55" creationId="{59797A42-019E-B8B8-D4F4-C6FBBD6E7F01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66" creationId="{CD195D5E-A390-951D-9E9B-76C9F2F0977B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71" creationId="{2B0F2550-F826-B251-60AC-D837B71F0D4E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72" creationId="{0DD24816-5290-0678-B3AE-C13688A01251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75" creationId="{DF6C4241-B41C-2D87-414C-23F75D88A4A9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84" creationId="{19864D5B-6280-1D33-E774-61565A6052F0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87" creationId="{DC50909C-8427-3671-762B-89F7E079D98E}"/>
          </ac:grpSpMkLst>
        </pc:grpChg>
        <pc:grpChg chg="del">
          <ac:chgData name="박 신영" userId="dc4b2b3c9ac3a666" providerId="LiveId" clId="{4AAAEB7C-E14D-4D96-8835-21457CE7D0A5}" dt="2022-08-25T13:52:45.277" v="3574" actId="478"/>
          <ac:grpSpMkLst>
            <pc:docMk/>
            <pc:sldMk cId="3478945662" sldId="477"/>
            <ac:grpSpMk id="99" creationId="{47D8990E-EA97-D0E1-1B31-FCF3ECB58DB4}"/>
          </ac:grpSpMkLst>
        </pc:grpChg>
        <pc:grpChg chg="add mod">
          <ac:chgData name="박 신영" userId="dc4b2b3c9ac3a666" providerId="LiveId" clId="{4AAAEB7C-E14D-4D96-8835-21457CE7D0A5}" dt="2022-08-25T14:05:18.313" v="4219" actId="1076"/>
          <ac:grpSpMkLst>
            <pc:docMk/>
            <pc:sldMk cId="3478945662" sldId="477"/>
            <ac:grpSpMk id="115" creationId="{FF32E137-9033-463F-8596-FED38DB35D04}"/>
          </ac:grpSpMkLst>
        </pc:grpChg>
        <pc:grpChg chg="add mod">
          <ac:chgData name="박 신영" userId="dc4b2b3c9ac3a666" providerId="LiveId" clId="{4AAAEB7C-E14D-4D96-8835-21457CE7D0A5}" dt="2022-08-25T14:14:34.472" v="4511" actId="1076"/>
          <ac:grpSpMkLst>
            <pc:docMk/>
            <pc:sldMk cId="3478945662" sldId="477"/>
            <ac:grpSpMk id="124" creationId="{5F75D3EA-4068-B20C-618E-49E5684EEFAD}"/>
          </ac:grpSpMkLst>
        </pc:grpChg>
        <pc:grpChg chg="add del mod">
          <ac:chgData name="박 신영" userId="dc4b2b3c9ac3a666" providerId="LiveId" clId="{4AAAEB7C-E14D-4D96-8835-21457CE7D0A5}" dt="2022-08-25T14:14:29.500" v="4509" actId="478"/>
          <ac:grpSpMkLst>
            <pc:docMk/>
            <pc:sldMk cId="3478945662" sldId="477"/>
            <ac:grpSpMk id="129" creationId="{FF2EF55B-2C46-16E9-A630-2F98FAD03B29}"/>
          </ac:grpSpMkLst>
        </pc:grpChg>
        <pc:grpChg chg="add del mod">
          <ac:chgData name="박 신영" userId="dc4b2b3c9ac3a666" providerId="LiveId" clId="{4AAAEB7C-E14D-4D96-8835-21457CE7D0A5}" dt="2022-08-25T14:14:29.500" v="4509" actId="478"/>
          <ac:grpSpMkLst>
            <pc:docMk/>
            <pc:sldMk cId="3478945662" sldId="477"/>
            <ac:grpSpMk id="134" creationId="{38856503-2672-EDF5-D8B6-CDA1BE97B43B}"/>
          </ac:grpSpMkLst>
        </pc:grpChg>
        <pc:grpChg chg="add del mod">
          <ac:chgData name="박 신영" userId="dc4b2b3c9ac3a666" providerId="LiveId" clId="{4AAAEB7C-E14D-4D96-8835-21457CE7D0A5}" dt="2022-08-25T14:02:47.981" v="3909" actId="478"/>
          <ac:grpSpMkLst>
            <pc:docMk/>
            <pc:sldMk cId="3478945662" sldId="477"/>
            <ac:grpSpMk id="139" creationId="{2F5AF685-6D7E-9058-18D9-432F6154FDB1}"/>
          </ac:grpSpMkLst>
        </pc:grpChg>
        <pc:grpChg chg="add del mod">
          <ac:chgData name="박 신영" userId="dc4b2b3c9ac3a666" providerId="LiveId" clId="{4AAAEB7C-E14D-4D96-8835-21457CE7D0A5}" dt="2022-08-25T14:08:13.363" v="4269" actId="165"/>
          <ac:grpSpMkLst>
            <pc:docMk/>
            <pc:sldMk cId="3478945662" sldId="477"/>
            <ac:grpSpMk id="154" creationId="{49E6DA1E-89F9-4C0F-DD04-9332B6CE9425}"/>
          </ac:grpSpMkLst>
        </pc:grpChg>
        <pc:grpChg chg="add del mod">
          <ac:chgData name="박 신영" userId="dc4b2b3c9ac3a666" providerId="LiveId" clId="{4AAAEB7C-E14D-4D96-8835-21457CE7D0A5}" dt="2022-08-25T14:13:16.142" v="4489" actId="165"/>
          <ac:grpSpMkLst>
            <pc:docMk/>
            <pc:sldMk cId="3478945662" sldId="477"/>
            <ac:grpSpMk id="157" creationId="{B842512E-6C04-F027-B49E-165A04A059F3}"/>
          </ac:grpSpMkLst>
        </pc:grpChg>
        <pc:grpChg chg="add del mod">
          <ac:chgData name="박 신영" userId="dc4b2b3c9ac3a666" providerId="LiveId" clId="{4AAAEB7C-E14D-4D96-8835-21457CE7D0A5}" dt="2022-08-25T14:13:33.020" v="4495" actId="165"/>
          <ac:grpSpMkLst>
            <pc:docMk/>
            <pc:sldMk cId="3478945662" sldId="477"/>
            <ac:grpSpMk id="167" creationId="{26A9B21B-B709-F927-B0A2-7C2342AD232C}"/>
          </ac:grpSpMkLst>
        </pc:grpChg>
        <pc:grpChg chg="add mod">
          <ac:chgData name="박 신영" userId="dc4b2b3c9ac3a666" providerId="LiveId" clId="{4AAAEB7C-E14D-4D96-8835-21457CE7D0A5}" dt="2022-08-25T14:14:39.073" v="4513" actId="1076"/>
          <ac:grpSpMkLst>
            <pc:docMk/>
            <pc:sldMk cId="3478945662" sldId="477"/>
            <ac:grpSpMk id="173" creationId="{4066C53E-8A70-755E-7BE5-DB00FEA93715}"/>
          </ac:grpSpMkLst>
        </pc:grpChg>
        <pc:grpChg chg="add mod">
          <ac:chgData name="박 신영" userId="dc4b2b3c9ac3a666" providerId="LiveId" clId="{4AAAEB7C-E14D-4D96-8835-21457CE7D0A5}" dt="2022-08-25T14:14:45.010" v="4515" actId="1076"/>
          <ac:grpSpMkLst>
            <pc:docMk/>
            <pc:sldMk cId="3478945662" sldId="477"/>
            <ac:grpSpMk id="183" creationId="{7944795B-2992-838B-5316-217476267C67}"/>
          </ac:grpSpMkLst>
        </pc:grpChg>
        <pc:grpChg chg="add mod">
          <ac:chgData name="박 신영" userId="dc4b2b3c9ac3a666" providerId="LiveId" clId="{4AAAEB7C-E14D-4D96-8835-21457CE7D0A5}" dt="2022-08-25T14:14:57.044" v="4517" actId="1076"/>
          <ac:grpSpMkLst>
            <pc:docMk/>
            <pc:sldMk cId="3478945662" sldId="477"/>
            <ac:grpSpMk id="193" creationId="{EF074E78-8591-DEE5-A524-327DBD1CABF1}"/>
          </ac:grpSpMkLst>
        </pc:grpChg>
        <pc:grpChg chg="add mod">
          <ac:chgData name="박 신영" userId="dc4b2b3c9ac3a666" providerId="LiveId" clId="{4AAAEB7C-E14D-4D96-8835-21457CE7D0A5}" dt="2022-08-25T14:15:04.839" v="4518" actId="571"/>
          <ac:grpSpMkLst>
            <pc:docMk/>
            <pc:sldMk cId="3478945662" sldId="477"/>
            <ac:grpSpMk id="197" creationId="{60F5D336-126C-4B35-19E8-C0AE13FB191F}"/>
          </ac:grpSpMkLst>
        </pc:grpChg>
        <pc:cxnChg chg="add mod">
          <ac:chgData name="박 신영" userId="dc4b2b3c9ac3a666" providerId="LiveId" clId="{4AAAEB7C-E14D-4D96-8835-21457CE7D0A5}" dt="2022-08-25T14:16:07.981" v="4524" actId="1076"/>
          <ac:cxnSpMkLst>
            <pc:docMk/>
            <pc:sldMk cId="3478945662" sldId="477"/>
            <ac:cxnSpMk id="210" creationId="{5F859115-FFC7-C82E-A9B6-746582697A86}"/>
          </ac:cxnSpMkLst>
        </pc:cxnChg>
      </pc:sldChg>
      <pc:sldChg chg="addSp delSp modSp add mod">
        <pc:chgData name="박 신영" userId="dc4b2b3c9ac3a666" providerId="LiveId" clId="{4AAAEB7C-E14D-4D96-8835-21457CE7D0A5}" dt="2022-08-25T15:49:32.471" v="5236" actId="1076"/>
        <pc:sldMkLst>
          <pc:docMk/>
          <pc:sldMk cId="2675991738" sldId="478"/>
        </pc:sldMkLst>
        <pc:spChg chg="mod">
          <ac:chgData name="박 신영" userId="dc4b2b3c9ac3a666" providerId="LiveId" clId="{4AAAEB7C-E14D-4D96-8835-21457CE7D0A5}" dt="2022-08-25T14:43:41.081" v="4741"/>
          <ac:spMkLst>
            <pc:docMk/>
            <pc:sldMk cId="2675991738" sldId="478"/>
            <ac:spMk id="4" creationId="{6EFD34B7-54BA-DD2B-E572-19EC65B5835F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0" creationId="{0BA67802-1380-59F1-EE26-BFBAD1FB3F05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11" creationId="{3B47C58D-B925-FBC0-72D3-3D64059619FE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13" creationId="{766F166F-E796-8907-C2B0-2604FC31D192}"/>
          </ac:spMkLst>
        </pc:spChg>
        <pc:spChg chg="mod">
          <ac:chgData name="박 신영" userId="dc4b2b3c9ac3a666" providerId="LiveId" clId="{4AAAEB7C-E14D-4D96-8835-21457CE7D0A5}" dt="2022-08-25T14:49:37.674" v="4767"/>
          <ac:spMkLst>
            <pc:docMk/>
            <pc:sldMk cId="2675991738" sldId="478"/>
            <ac:spMk id="14" creationId="{F310DDE5-3AB5-3CF2-9487-0B7AEFBEBDD1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16" creationId="{90E773EE-EDB0-A9BE-0A66-307C750A4FC9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17" creationId="{B24EF524-4B86-047F-AE3B-3767419E5D9F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18" creationId="{476431C6-5239-D1E3-3B66-125EDF2D3415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19" creationId="{EF78F852-60CC-DF35-A470-10E0A1BDA51A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20" creationId="{43C4C85A-2063-5088-5302-16837CA6377B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21" creationId="{8EFB3656-CA00-2ACE-757D-44C3E4D02A00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22" creationId="{F7819252-2819-A9F8-AE80-C8AF6DA26DD9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23" creationId="{4C57C658-D579-EE55-F154-9586978511EE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24" creationId="{7E50F75B-0A1D-2599-B867-F3827080A6B0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25" creationId="{9E018C70-62E3-3952-0552-436F54EEB29E}"/>
          </ac:spMkLst>
        </pc:spChg>
        <pc:spChg chg="add del mod">
          <ac:chgData name="박 신영" userId="dc4b2b3c9ac3a666" providerId="LiveId" clId="{4AAAEB7C-E14D-4D96-8835-21457CE7D0A5}" dt="2022-08-25T14:53:21.366" v="4769"/>
          <ac:spMkLst>
            <pc:docMk/>
            <pc:sldMk cId="2675991738" sldId="478"/>
            <ac:spMk id="26" creationId="{0A70FCFF-DFF9-CA00-139C-71AEADAA54AC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27" creationId="{8B3D35A9-596D-CF37-04CF-8DEEA1B45907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28" creationId="{F120D19E-F666-CF18-7C2B-710A431E3616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29" creationId="{60859B73-B5FB-79F1-17C3-F2C6BAAFB9D4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0" creationId="{9729EB31-6745-0C71-BC3B-5150ACC96683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1" creationId="{2152E515-47B8-0B0D-8A91-C03C7CC5198E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2" creationId="{64499FF3-6D6A-ED90-E4D5-25FE4BCF70F6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3" creationId="{EFE63156-B1C5-2187-1659-419D57334FA4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4" creationId="{F92A70CC-2EBA-F9F2-325A-E63A94A3FE03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5" creationId="{99ABAAB1-A104-8239-F100-F30568300205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6" creationId="{997547BD-77E9-38D7-4623-702B7EE3DA1C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7" creationId="{FBF78262-E047-B70F-6128-454901C9BC21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8" creationId="{75CA0EFE-2317-FC41-FF55-0953D1489EFE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39" creationId="{699A504E-1B77-C172-B107-B04593EB7ACB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41" creationId="{7E8ED2B7-B204-0F93-EA43-AFB770195F7D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42" creationId="{37008E1D-D9AD-3E3C-A7B2-32909F993AE8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43" creationId="{BFC4DF49-D9DE-8EA1-233B-C83DE7FBE83F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44" creationId="{1FE1CF4B-2CC8-426E-387F-07C0814F396B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45" creationId="{5BCD9989-8A75-CEA0-7385-19DAB982AA26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46" creationId="{ABD5C4BC-97C6-D4BE-F8C2-68BC30CC0FC0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47" creationId="{18B63077-D7CC-4278-9BD5-5FFE662A601E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48" creationId="{630F02A7-CA5A-B71C-E13B-AB4A090DCF31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49" creationId="{62938EED-75B9-0041-7C68-310A1689A78E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50" creationId="{FD2D8545-EB4E-2C51-2F37-F5E81ABF9D28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51" creationId="{E5408FE6-9C8A-D0D6-F061-A55DAF0A7428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52" creationId="{EC6C9907-47C7-39FF-6CB8-3B5BE9CE986E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53" creationId="{9A81EC9A-5AD5-8465-2F35-5CF5B2B2E24C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54" creationId="{FAD0570A-4925-21FC-C10B-4A0EC39795B9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55" creationId="{72E9F3F9-5070-0354-0C54-E59D5F423AEE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56" creationId="{635EFC7B-1DB7-27D4-7648-EF0DF041CEDD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57" creationId="{7559AA87-E74B-B546-C59B-775D4290FA91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58" creationId="{72BF245C-85EA-47AC-6F65-93878D50736C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59" creationId="{F4ED4690-A223-A00A-E676-4535CEB7A380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0" creationId="{C2749188-EDAD-E017-FC8E-F0AE89C641D3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1" creationId="{F8ADDD10-44C3-E4CF-DC2A-B40B1EDAEC87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2" creationId="{121F3931-E122-95B5-C5A7-B9F79F0C87B4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3" creationId="{DBF508BD-93A0-5A09-7A90-1C2F79031469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4" creationId="{955661F0-811A-155F-4AED-138C671E7DB6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5" creationId="{D53BBBAB-68E0-7725-A064-C3EBA2A8CA39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6" creationId="{328A5938-36F9-19C7-52D1-BD99D1C28B6A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7" creationId="{F7A127AA-D0AB-3EC3-C900-D873B4102C80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8" creationId="{1AF14FE0-B1FC-622D-C848-EB90213FE2CA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69" creationId="{31E85F3F-EEF2-7647-B9FD-6A38E6FC58BF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70" creationId="{F893B88D-F120-56BC-A6F6-E063A17A646F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71" creationId="{8F63D754-6375-138E-B583-7DFC2D631CB3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72" creationId="{0C71618D-3225-5BC6-A45F-9E32D47D93E4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73" creationId="{6686E7E1-092F-E119-88C4-0C7B256B1FBF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74" creationId="{4790E684-29CB-6177-7833-B79D3899C611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75" creationId="{25D21003-5189-3EC6-E0F9-2806DFCD2DB3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76" creationId="{E15AFB37-47A9-535D-195F-FACA019D8006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77" creationId="{0E618700-C27C-3CF0-A2F1-5A0B970798E6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78" creationId="{054F87C2-A5AB-20A7-A674-2D578315E2DB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79" creationId="{7790A4EB-EA23-D72D-2DC1-956F5868D7CE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80" creationId="{8637CA84-A94F-2261-8ACC-8ABF53153326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81" creationId="{D6E5748E-B9DE-22F7-92D8-95DABBD620B7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82" creationId="{739A4F1C-881B-515C-3F8E-452D6A2BD97C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83" creationId="{0EE0711D-51FA-5A97-8988-CF8E9C7013CF}"/>
          </ac:spMkLst>
        </pc:spChg>
        <pc:spChg chg="add mod">
          <ac:chgData name="박 신영" userId="dc4b2b3c9ac3a666" providerId="LiveId" clId="{4AAAEB7C-E14D-4D96-8835-21457CE7D0A5}" dt="2022-08-25T14:53:45.525" v="4772" actId="1076"/>
          <ac:spMkLst>
            <pc:docMk/>
            <pc:sldMk cId="2675991738" sldId="478"/>
            <ac:spMk id="84" creationId="{B2E54DB2-0B8E-88F0-913E-9EC8D19D37F5}"/>
          </ac:spMkLst>
        </pc:spChg>
        <pc:spChg chg="add mod">
          <ac:chgData name="박 신영" userId="dc4b2b3c9ac3a666" providerId="LiveId" clId="{4AAAEB7C-E14D-4D96-8835-21457CE7D0A5}" dt="2022-08-25T14:53:45.525" v="4772" actId="1076"/>
          <ac:spMkLst>
            <pc:docMk/>
            <pc:sldMk cId="2675991738" sldId="478"/>
            <ac:spMk id="85" creationId="{D5C15FFD-AB8A-2D63-F3B0-DC3B64884937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86" creationId="{12EF4710-AC21-BA96-211D-A04BA3FE58D9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87" creationId="{933783EF-D97A-1B68-41C5-E3CD6541D7BE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88" creationId="{8921ACB7-9736-500A-955C-90D42BED2BB0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89" creationId="{34141D94-C2D8-801F-4265-BCC34C7A9D5E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90" creationId="{4ED462F9-ACA1-DAFF-37CB-0B677E3C97EA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91" creationId="{0A2C9215-F24A-CAFD-86F2-05807BA4F14A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92" creationId="{B47A3281-4974-E53A-5A17-D4D9B9224F2F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93" creationId="{C97697B7-4C41-0726-59CE-89EB00FC0FCA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94" creationId="{B51A9148-1F62-964F-C959-18A50678ED16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95" creationId="{531EF7CB-F068-CC28-13CD-C5AF4CED4583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96" creationId="{93B9A058-5506-B23D-D1D2-6BBA2AD73E8F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97" creationId="{3A2E7B8F-0B96-9A0E-F9B4-6998D294A019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98" creationId="{117EEE41-9A4C-AD43-0E63-77E021EE2DC0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99" creationId="{6E061B3C-0040-A447-D0A5-7F7B0EE0AC7F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100" creationId="{44187BB0-C596-7EFB-33F0-19CEA1C987BA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101" creationId="{D420421C-27AD-2E03-0C47-23A4C154C5A6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102" creationId="{0F3DE649-67AE-6590-D96A-35D8D18C8407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103" creationId="{EBE0515D-662F-E248-A2FB-CA00347EE9D5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104" creationId="{8DE2EB98-0B94-69AC-3CA3-F465963034CF}"/>
          </ac:spMkLst>
        </pc:spChg>
        <pc:spChg chg="add del mod">
          <ac:chgData name="박 신영" userId="dc4b2b3c9ac3a666" providerId="LiveId" clId="{4AAAEB7C-E14D-4D96-8835-21457CE7D0A5}" dt="2022-08-25T14:53:50.524" v="4773" actId="478"/>
          <ac:spMkLst>
            <pc:docMk/>
            <pc:sldMk cId="2675991738" sldId="478"/>
            <ac:spMk id="105" creationId="{6F6A12AF-FE3F-71D9-4F14-E1C8D8F94CF4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106" creationId="{A12EF520-6585-409E-EFC4-D5A29017A8D0}"/>
          </ac:spMkLst>
        </pc:spChg>
        <pc:spChg chg="add del mod">
          <ac:chgData name="박 신영" userId="dc4b2b3c9ac3a666" providerId="LiveId" clId="{4AAAEB7C-E14D-4D96-8835-21457CE7D0A5}" dt="2022-08-25T15:21:18.194" v="4800" actId="478"/>
          <ac:spMkLst>
            <pc:docMk/>
            <pc:sldMk cId="2675991738" sldId="478"/>
            <ac:spMk id="107" creationId="{ED592CAE-1018-674E-6225-F5479C60D547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108" creationId="{DDBE6BE2-C01F-2728-FCB3-BBA45F52E7D1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109" creationId="{4ED03604-8D7A-1D46-A6AE-028A44019BD4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112" creationId="{F01EB676-147F-D6D0-429C-CA9031F6DF2E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13" creationId="{C6B6F363-83ED-81EC-0E8C-F6B3AB2B7A89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114" creationId="{09D4DA4E-4BE2-CE7F-E86B-7312A6C8B6FD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118" creationId="{7C629CC4-6EB3-DCAC-C9D7-90D37D214CD4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19" creationId="{8DC483C2-A948-1B23-F593-0C5A6DCB14B8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121" creationId="{A38A5482-2FBB-1C39-2585-3AEDAFB152BB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122" creationId="{E3196A9C-E060-2ADF-4546-882D7FDBF94F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123" creationId="{7DD1472F-A4A0-FA45-05D6-CD9AF822CC20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127" creationId="{DDD8135E-90DC-CD77-5528-9DCA70D6C7C6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128" creationId="{6B49F899-1749-BFE4-EB3E-BCC0BEC042E0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129" creationId="{1CCBA682-C44D-88EE-8984-C8329A542376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30" creationId="{607B3DCB-076B-487C-F748-186E9ECB18AD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131" creationId="{0ACF7378-32B3-715E-C30C-53413743BFC7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132" creationId="{7C5105BF-6411-3096-0815-C69207ED8117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33" creationId="{DF97B075-74B4-52B5-3080-96D0E153E296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134" creationId="{D5A4BF51-4503-B0F7-74FC-784B92677911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135" creationId="{14439056-8D16-7E67-1F0D-DB8694AC5689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36" creationId="{B695275A-240E-6FA6-9839-DFA243829B32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137" creationId="{F43BB923-5CC8-C6D8-BC16-492E5CFE9A6D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138" creationId="{DAE2BE73-BF11-9F38-CC53-E1CBBE7AE89D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39" creationId="{2C5390A0-646A-BB28-3A4A-4A7BFF4880CF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140" creationId="{7580AA75-2DC4-BAD9-6262-7E1E2E4AAA4A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141" creationId="{2A7F7E9F-3BC8-4DE4-D653-27A4221A0B0E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42" creationId="{2BF0CC8C-CF13-2DD6-CA02-35D029B5B6EC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43" creationId="{4529E470-6895-C16A-FDE8-AFCC63F42F24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144" creationId="{AA8F4CC9-89EB-982C-FE14-3A61DBC13FE6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145" creationId="{DF463CD9-33CC-C79B-E05F-13752D6AEBDC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46" creationId="{C4FD6E05-56E1-5EDC-C279-58B1DD868328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47" creationId="{909D68AF-ED99-B4BD-AE83-8A8D653E5490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48" creationId="{7A92CB62-EF1C-5CAA-A22B-4EC1FEF12969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49" creationId="{0EDF255F-A3F9-337E-4AAE-D59942040F85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50" creationId="{35F1A989-8877-34A9-B0C3-7749BC081C30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51" creationId="{CABBE2C2-E736-CC2D-12CB-DEA46FAF2858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52" creationId="{0281B771-66C8-BB49-1BB3-C9B959A0E19D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53" creationId="{58F343A6-E5CE-A16A-C50C-B5E22BA75372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154" creationId="{4B5B61D5-C87B-6718-A1B5-304CFE05467C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55" creationId="{FDD471EF-BC4A-399C-DA92-A270E3F5FD12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56" creationId="{A1F25BD9-F67E-073C-452E-0BFE8B8611AF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157" creationId="{0A08D213-7F01-D159-6B7B-E75986EB3C95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58" creationId="{9332F29C-C4B8-D8DA-201E-1CA3DA4F1B8D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159" creationId="{AFE3DB1B-9319-1713-DBB2-562C52822AF7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160" creationId="{A36E972D-BAA2-A03C-336F-25110FED91E1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61" creationId="{90AD0FC1-EA42-B14D-1D81-86B38399916B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162" creationId="{DCF04474-9A65-6716-9FBC-071F7EAEB52D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163" creationId="{AE5182E5-16A2-49EF-2E2A-BA7FB1B525FF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64" creationId="{86AE524C-BB97-B2E6-2FA5-6103C92BEABF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65" creationId="{8D6FF56F-6133-A42A-2342-59250157595F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66" creationId="{18D19A27-4BA4-C175-D8E1-009CE1898251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167" creationId="{A20995E9-5BD1-68C9-C97D-F4625881317B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68" creationId="{C9143970-1713-4E01-525B-9013A760FA8F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69" creationId="{9DD0E0EF-E904-C521-A564-520F3EB35837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70" creationId="{FF6B5B0F-91D8-1D57-6184-EF75C80D7E0A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71" creationId="{27A917DF-E73A-ACA1-9CDE-062A801F4C55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72" creationId="{184139FA-36E4-1F5C-4D11-863CC1B41365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76" creationId="{8CD92849-4AEE-40D7-060B-80A9BDDBA249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77" creationId="{A86404BE-1D57-0B40-EEEF-2774644FE12D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78" creationId="{EE498541-5267-8557-B705-00ECBF66160D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79" creationId="{CD1E016B-3C96-CA4A-23F6-43A6DF453F08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80" creationId="{9A798FB6-624E-672A-F465-1133E94243CC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81" creationId="{B7B5CC51-E3DE-8865-1596-987C1168CF4A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82" creationId="{0F84E8B6-554A-4661-BB63-E9374FCAAC51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86" creationId="{6E9C048E-781D-73CA-7AA8-9D520F4DA8D3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87" creationId="{CDDE0831-937E-41A8-D43F-6122B2FFB40A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88" creationId="{DC71324D-CE08-6935-42AC-164B86E54C14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89" creationId="{D41B85A8-3AF9-9C31-FF9A-64763E99A1E2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90" creationId="{86FE8E9D-3C21-022E-47A2-54D515A968D2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91" creationId="{28C228B4-596C-946B-0FB3-D9EAAAED61AB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192" creationId="{CAC1D061-EB92-1DEC-6BAE-02D9CAF637FB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200" creationId="{499BF91B-1DB2-1080-17B8-0AEE12AC5638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201" creationId="{6790B5D7-0A44-EFD4-2E4F-790EF8B3E605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202" creationId="{D9C2CA3E-BA7F-E43E-A79B-C97FF7486577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203" creationId="{1DAF4A15-A039-0600-B93A-1B61F335C5C3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204" creationId="{83D1D700-863A-2BF4-5D8D-9AF29DFC9354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205" creationId="{F8C09F4D-27DB-1F7D-30F4-9DF921299EFD}"/>
          </ac:spMkLst>
        </pc:spChg>
        <pc:spChg chg="del">
          <ac:chgData name="박 신영" userId="dc4b2b3c9ac3a666" providerId="LiveId" clId="{4AAAEB7C-E14D-4D96-8835-21457CE7D0A5}" dt="2022-08-25T14:53:38.087" v="4770" actId="478"/>
          <ac:spMkLst>
            <pc:docMk/>
            <pc:sldMk cId="2675991738" sldId="478"/>
            <ac:spMk id="206" creationId="{6AC81239-F6A7-83D4-5607-92B9F14DB628}"/>
          </ac:spMkLst>
        </pc:spChg>
        <pc:spChg chg="del">
          <ac:chgData name="박 신영" userId="dc4b2b3c9ac3a666" providerId="LiveId" clId="{4AAAEB7C-E14D-4D96-8835-21457CE7D0A5}" dt="2022-08-25T15:20:46.667" v="4794" actId="478"/>
          <ac:spMkLst>
            <pc:docMk/>
            <pc:sldMk cId="2675991738" sldId="478"/>
            <ac:spMk id="207" creationId="{1FA69E72-9EA5-D489-BF27-F7483EF53C25}"/>
          </ac:spMkLst>
        </pc:spChg>
        <pc:spChg chg="del">
          <ac:chgData name="박 신영" userId="dc4b2b3c9ac3a666" providerId="LiveId" clId="{4AAAEB7C-E14D-4D96-8835-21457CE7D0A5}" dt="2022-08-25T15:20:46.667" v="4794" actId="478"/>
          <ac:spMkLst>
            <pc:docMk/>
            <pc:sldMk cId="2675991738" sldId="478"/>
            <ac:spMk id="208" creationId="{A8D71E43-A2A1-A143-A9E2-60DC50CEBAEF}"/>
          </ac:spMkLst>
        </pc:spChg>
        <pc:spChg chg="del">
          <ac:chgData name="박 신영" userId="dc4b2b3c9ac3a666" providerId="LiveId" clId="{4AAAEB7C-E14D-4D96-8835-21457CE7D0A5}" dt="2022-08-25T15:20:46.667" v="4794" actId="478"/>
          <ac:spMkLst>
            <pc:docMk/>
            <pc:sldMk cId="2675991738" sldId="478"/>
            <ac:spMk id="209" creationId="{1E537514-E92B-36EA-2008-E4365D51276A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211" creationId="{448FE868-50E3-F8D3-B17E-AF75EE593B3B}"/>
          </ac:spMkLst>
        </pc:spChg>
        <pc:spChg chg="del">
          <ac:chgData name="박 신영" userId="dc4b2b3c9ac3a666" providerId="LiveId" clId="{4AAAEB7C-E14D-4D96-8835-21457CE7D0A5}" dt="2022-08-25T15:20:46.667" v="4794" actId="478"/>
          <ac:spMkLst>
            <pc:docMk/>
            <pc:sldMk cId="2675991738" sldId="478"/>
            <ac:spMk id="212" creationId="{40EC462D-DEE1-6675-8307-E22EAD321344}"/>
          </ac:spMkLst>
        </pc:spChg>
        <pc:spChg chg="del">
          <ac:chgData name="박 신영" userId="dc4b2b3c9ac3a666" providerId="LiveId" clId="{4AAAEB7C-E14D-4D96-8835-21457CE7D0A5}" dt="2022-08-25T15:20:46.667" v="4794" actId="478"/>
          <ac:spMkLst>
            <pc:docMk/>
            <pc:sldMk cId="2675991738" sldId="478"/>
            <ac:spMk id="213" creationId="{330D5396-973A-B6C6-FDBE-0B2421F21987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214" creationId="{E28FE9DC-7F7F-A2EE-66F9-31D76F1DB23E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215" creationId="{6B921249-ED57-B63B-26D9-BD84754344A2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216" creationId="{23D2B67F-7136-180D-8594-9AA1551416B4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217" creationId="{C7D1D82A-929F-0F7C-79CB-D6C1DC541F7F}"/>
          </ac:spMkLst>
        </pc:spChg>
        <pc:spChg chg="add mod">
          <ac:chgData name="박 신영" userId="dc4b2b3c9ac3a666" providerId="LiveId" clId="{4AAAEB7C-E14D-4D96-8835-21457CE7D0A5}" dt="2022-08-25T15:21:21.636" v="4802" actId="1076"/>
          <ac:spMkLst>
            <pc:docMk/>
            <pc:sldMk cId="2675991738" sldId="478"/>
            <ac:spMk id="218" creationId="{9E581E1B-A47B-11A6-39D2-97370056DCF1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219" creationId="{B7EB3868-AB09-4AEB-FAC9-E3F79353217A}"/>
          </ac:spMkLst>
        </pc:spChg>
        <pc:spChg chg="add mod">
          <ac:chgData name="박 신영" userId="dc4b2b3c9ac3a666" providerId="LiveId" clId="{4AAAEB7C-E14D-4D96-8835-21457CE7D0A5}" dt="2022-08-25T15:36:27.738" v="4896" actId="14100"/>
          <ac:spMkLst>
            <pc:docMk/>
            <pc:sldMk cId="2675991738" sldId="478"/>
            <ac:spMk id="220" creationId="{D02816F5-4B3C-BD90-F44F-65630EE1BA76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221" creationId="{1557B91C-CAEC-F700-84E6-5082527B8FFB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222" creationId="{F7509765-5973-8996-5476-24BA6E0B8309}"/>
          </ac:spMkLst>
        </pc:spChg>
        <pc:spChg chg="add mod">
          <ac:chgData name="박 신영" userId="dc4b2b3c9ac3a666" providerId="LiveId" clId="{4AAAEB7C-E14D-4D96-8835-21457CE7D0A5}" dt="2022-08-25T15:21:25.813" v="4803" actId="571"/>
          <ac:spMkLst>
            <pc:docMk/>
            <pc:sldMk cId="2675991738" sldId="478"/>
            <ac:spMk id="223" creationId="{180A04AF-78CA-8A16-1357-90E002A7E58D}"/>
          </ac:spMkLst>
        </pc:spChg>
        <pc:spChg chg="add mod">
          <ac:chgData name="박 신영" userId="dc4b2b3c9ac3a666" providerId="LiveId" clId="{4AAAEB7C-E14D-4D96-8835-21457CE7D0A5}" dt="2022-08-25T15:36:22.422" v="4895" actId="1076"/>
          <ac:spMkLst>
            <pc:docMk/>
            <pc:sldMk cId="2675991738" sldId="478"/>
            <ac:spMk id="224" creationId="{CFF78EC7-FABE-41E9-D7A8-F68ADE23612C}"/>
          </ac:spMkLst>
        </pc:spChg>
        <pc:spChg chg="add mod">
          <ac:chgData name="박 신영" userId="dc4b2b3c9ac3a666" providerId="LiveId" clId="{4AAAEB7C-E14D-4D96-8835-21457CE7D0A5}" dt="2022-08-25T15:36:14.601" v="4894" actId="14100"/>
          <ac:spMkLst>
            <pc:docMk/>
            <pc:sldMk cId="2675991738" sldId="478"/>
            <ac:spMk id="225" creationId="{BB594FF7-9A24-96ED-62C0-5B622342B4C1}"/>
          </ac:spMkLst>
        </pc:spChg>
        <pc:spChg chg="add mod">
          <ac:chgData name="박 신영" userId="dc4b2b3c9ac3a666" providerId="LiveId" clId="{4AAAEB7C-E14D-4D96-8835-21457CE7D0A5}" dt="2022-08-25T15:21:25.813" v="4803" actId="571"/>
          <ac:spMkLst>
            <pc:docMk/>
            <pc:sldMk cId="2675991738" sldId="478"/>
            <ac:spMk id="226" creationId="{3CF253F5-09F9-2F2C-34A6-E6C4CB3B4528}"/>
          </ac:spMkLst>
        </pc:spChg>
        <pc:spChg chg="add mod">
          <ac:chgData name="박 신영" userId="dc4b2b3c9ac3a666" providerId="LiveId" clId="{4AAAEB7C-E14D-4D96-8835-21457CE7D0A5}" dt="2022-08-25T15:21:25.813" v="4803" actId="571"/>
          <ac:spMkLst>
            <pc:docMk/>
            <pc:sldMk cId="2675991738" sldId="478"/>
            <ac:spMk id="227" creationId="{BCB3DCC3-C041-8083-661C-6357BAFB9610}"/>
          </ac:spMkLst>
        </pc:spChg>
        <pc:spChg chg="add mod">
          <ac:chgData name="박 신영" userId="dc4b2b3c9ac3a666" providerId="LiveId" clId="{4AAAEB7C-E14D-4D96-8835-21457CE7D0A5}" dt="2022-08-25T15:21:25.813" v="4803" actId="571"/>
          <ac:spMkLst>
            <pc:docMk/>
            <pc:sldMk cId="2675991738" sldId="478"/>
            <ac:spMk id="228" creationId="{12E02276-F0D0-723F-9047-F16B11E3563E}"/>
          </ac:spMkLst>
        </pc:spChg>
        <pc:spChg chg="mod">
          <ac:chgData name="박 신영" userId="dc4b2b3c9ac3a666" providerId="LiveId" clId="{4AAAEB7C-E14D-4D96-8835-21457CE7D0A5}" dt="2022-08-25T15:21:32.709" v="4804"/>
          <ac:spMkLst>
            <pc:docMk/>
            <pc:sldMk cId="2675991738" sldId="478"/>
            <ac:spMk id="230" creationId="{6AE929E5-B6C3-E18E-57FA-CE74CAA215E8}"/>
          </ac:spMkLst>
        </pc:spChg>
        <pc:spChg chg="mod">
          <ac:chgData name="박 신영" userId="dc4b2b3c9ac3a666" providerId="LiveId" clId="{4AAAEB7C-E14D-4D96-8835-21457CE7D0A5}" dt="2022-08-25T15:21:32.709" v="4804"/>
          <ac:spMkLst>
            <pc:docMk/>
            <pc:sldMk cId="2675991738" sldId="478"/>
            <ac:spMk id="231" creationId="{51EBC0B8-CF3A-9933-5E44-C616E8C33C1D}"/>
          </ac:spMkLst>
        </pc:spChg>
        <pc:spChg chg="mod">
          <ac:chgData name="박 신영" userId="dc4b2b3c9ac3a666" providerId="LiveId" clId="{4AAAEB7C-E14D-4D96-8835-21457CE7D0A5}" dt="2022-08-25T15:21:32.709" v="4804"/>
          <ac:spMkLst>
            <pc:docMk/>
            <pc:sldMk cId="2675991738" sldId="478"/>
            <ac:spMk id="232" creationId="{C63CFEF5-C9F1-AB4C-2F76-F5A30F3BF5E6}"/>
          </ac:spMkLst>
        </pc:spChg>
        <pc:spChg chg="add mod">
          <ac:chgData name="박 신영" userId="dc4b2b3c9ac3a666" providerId="LiveId" clId="{4AAAEB7C-E14D-4D96-8835-21457CE7D0A5}" dt="2022-08-25T15:41:43.166" v="4901" actId="164"/>
          <ac:spMkLst>
            <pc:docMk/>
            <pc:sldMk cId="2675991738" sldId="478"/>
            <ac:spMk id="233" creationId="{01AED70A-9862-02AC-12AB-AF19527E302C}"/>
          </ac:spMkLst>
        </pc:spChg>
        <pc:spChg chg="add mod">
          <ac:chgData name="박 신영" userId="dc4b2b3c9ac3a666" providerId="LiveId" clId="{4AAAEB7C-E14D-4D96-8835-21457CE7D0A5}" dt="2022-08-25T15:41:43.166" v="4901" actId="164"/>
          <ac:spMkLst>
            <pc:docMk/>
            <pc:sldMk cId="2675991738" sldId="478"/>
            <ac:spMk id="234" creationId="{BF2C347A-4C7F-6E46-A87C-BB04861A87B7}"/>
          </ac:spMkLst>
        </pc:spChg>
        <pc:spChg chg="add mod">
          <ac:chgData name="박 신영" userId="dc4b2b3c9ac3a666" providerId="LiveId" clId="{4AAAEB7C-E14D-4D96-8835-21457CE7D0A5}" dt="2022-08-25T15:42:45.164" v="4909" actId="164"/>
          <ac:spMkLst>
            <pc:docMk/>
            <pc:sldMk cId="2675991738" sldId="478"/>
            <ac:spMk id="235" creationId="{151E9706-5D72-1CC2-C878-869115F76612}"/>
          </ac:spMkLst>
        </pc:spChg>
        <pc:spChg chg="add mod">
          <ac:chgData name="박 신영" userId="dc4b2b3c9ac3a666" providerId="LiveId" clId="{4AAAEB7C-E14D-4D96-8835-21457CE7D0A5}" dt="2022-08-25T15:42:45.164" v="4909" actId="164"/>
          <ac:spMkLst>
            <pc:docMk/>
            <pc:sldMk cId="2675991738" sldId="478"/>
            <ac:spMk id="236" creationId="{AD3E912E-3F92-F7D2-DBB0-C913829CB263}"/>
          </ac:spMkLst>
        </pc:spChg>
        <pc:spChg chg="add mod">
          <ac:chgData name="박 신영" userId="dc4b2b3c9ac3a666" providerId="LiveId" clId="{4AAAEB7C-E14D-4D96-8835-21457CE7D0A5}" dt="2022-08-25T15:42:33.278" v="4906" actId="1076"/>
          <ac:spMkLst>
            <pc:docMk/>
            <pc:sldMk cId="2675991738" sldId="478"/>
            <ac:spMk id="237" creationId="{A9A3B219-07CB-72EB-4F77-9BD3A2C06125}"/>
          </ac:spMkLst>
        </pc:spChg>
        <pc:spChg chg="mod">
          <ac:chgData name="박 신영" userId="dc4b2b3c9ac3a666" providerId="LiveId" clId="{4AAAEB7C-E14D-4D96-8835-21457CE7D0A5}" dt="2022-08-25T15:41:59.972" v="4904" actId="571"/>
          <ac:spMkLst>
            <pc:docMk/>
            <pc:sldMk cId="2675991738" sldId="478"/>
            <ac:spMk id="240" creationId="{6E6D9F81-96B6-67AB-2F67-F548A92F0410}"/>
          </ac:spMkLst>
        </pc:spChg>
        <pc:spChg chg="mod">
          <ac:chgData name="박 신영" userId="dc4b2b3c9ac3a666" providerId="LiveId" clId="{4AAAEB7C-E14D-4D96-8835-21457CE7D0A5}" dt="2022-08-25T15:41:59.972" v="4904" actId="571"/>
          <ac:spMkLst>
            <pc:docMk/>
            <pc:sldMk cId="2675991738" sldId="478"/>
            <ac:spMk id="241" creationId="{D0233CBC-A607-388B-4E3D-F402C8881074}"/>
          </ac:spMkLst>
        </pc:spChg>
        <pc:spChg chg="mod">
          <ac:chgData name="박 신영" userId="dc4b2b3c9ac3a666" providerId="LiveId" clId="{4AAAEB7C-E14D-4D96-8835-21457CE7D0A5}" dt="2022-08-25T15:42:10.784" v="4905" actId="571"/>
          <ac:spMkLst>
            <pc:docMk/>
            <pc:sldMk cId="2675991738" sldId="478"/>
            <ac:spMk id="243" creationId="{C7B07A57-1016-9784-A148-704AF59A69E7}"/>
          </ac:spMkLst>
        </pc:spChg>
        <pc:spChg chg="mod">
          <ac:chgData name="박 신영" userId="dc4b2b3c9ac3a666" providerId="LiveId" clId="{4AAAEB7C-E14D-4D96-8835-21457CE7D0A5}" dt="2022-08-25T15:42:10.784" v="4905" actId="571"/>
          <ac:spMkLst>
            <pc:docMk/>
            <pc:sldMk cId="2675991738" sldId="478"/>
            <ac:spMk id="244" creationId="{086E788F-73C6-70F4-2764-EE8A6EE01567}"/>
          </ac:spMkLst>
        </pc:spChg>
        <pc:spChg chg="add mod">
          <ac:chgData name="박 신영" userId="dc4b2b3c9ac3a666" providerId="LiveId" clId="{4AAAEB7C-E14D-4D96-8835-21457CE7D0A5}" dt="2022-08-25T15:42:37.459" v="4907" actId="571"/>
          <ac:spMkLst>
            <pc:docMk/>
            <pc:sldMk cId="2675991738" sldId="478"/>
            <ac:spMk id="245" creationId="{8708F42A-F2D2-2097-FA0C-74B0DE8D1931}"/>
          </ac:spMkLst>
        </pc:spChg>
        <pc:spChg chg="add mod">
          <ac:chgData name="박 신영" userId="dc4b2b3c9ac3a666" providerId="LiveId" clId="{4AAAEB7C-E14D-4D96-8835-21457CE7D0A5}" dt="2022-08-25T15:42:42.108" v="4908" actId="571"/>
          <ac:spMkLst>
            <pc:docMk/>
            <pc:sldMk cId="2675991738" sldId="478"/>
            <ac:spMk id="246" creationId="{CEAB054A-B306-E253-F89F-68F4D137B5F9}"/>
          </ac:spMkLst>
        </pc:spChg>
        <pc:spChg chg="add mod">
          <ac:chgData name="박 신영" userId="dc4b2b3c9ac3a666" providerId="LiveId" clId="{4AAAEB7C-E14D-4D96-8835-21457CE7D0A5}" dt="2022-08-25T15:43:06.346" v="4911" actId="571"/>
          <ac:spMkLst>
            <pc:docMk/>
            <pc:sldMk cId="2675991738" sldId="478"/>
            <ac:spMk id="248" creationId="{E36B6BC6-B44A-2444-6A5A-5DD131CC771A}"/>
          </ac:spMkLst>
        </pc:spChg>
        <pc:spChg chg="add mod">
          <ac:chgData name="박 신영" userId="dc4b2b3c9ac3a666" providerId="LiveId" clId="{4AAAEB7C-E14D-4D96-8835-21457CE7D0A5}" dt="2022-08-25T15:43:10.328" v="4912" actId="571"/>
          <ac:spMkLst>
            <pc:docMk/>
            <pc:sldMk cId="2675991738" sldId="478"/>
            <ac:spMk id="249" creationId="{21364AAA-2C99-9EE6-0AC3-15C7AA34121B}"/>
          </ac:spMkLst>
        </pc:spChg>
        <pc:spChg chg="add mod">
          <ac:chgData name="박 신영" userId="dc4b2b3c9ac3a666" providerId="LiveId" clId="{4AAAEB7C-E14D-4D96-8835-21457CE7D0A5}" dt="2022-08-25T15:43:19.970" v="4915" actId="14100"/>
          <ac:spMkLst>
            <pc:docMk/>
            <pc:sldMk cId="2675991738" sldId="478"/>
            <ac:spMk id="250" creationId="{CA6CB27E-745D-2DE8-4A9D-EE0FBE8E312D}"/>
          </ac:spMkLst>
        </pc:spChg>
        <pc:spChg chg="add mod">
          <ac:chgData name="박 신영" userId="dc4b2b3c9ac3a666" providerId="LiveId" clId="{4AAAEB7C-E14D-4D96-8835-21457CE7D0A5}" dt="2022-08-25T15:43:25.179" v="4916" actId="571"/>
          <ac:spMkLst>
            <pc:docMk/>
            <pc:sldMk cId="2675991738" sldId="478"/>
            <ac:spMk id="251" creationId="{9784894B-BCDB-AB8A-EF4D-203BC44978CE}"/>
          </ac:spMkLst>
        </pc:spChg>
        <pc:spChg chg="add mod">
          <ac:chgData name="박 신영" userId="dc4b2b3c9ac3a666" providerId="LiveId" clId="{4AAAEB7C-E14D-4D96-8835-21457CE7D0A5}" dt="2022-08-25T15:47:45.451" v="5187"/>
          <ac:spMkLst>
            <pc:docMk/>
            <pc:sldMk cId="2675991738" sldId="478"/>
            <ac:spMk id="252" creationId="{9A0504D8-B0BA-A07E-9BDC-859A778C7C40}"/>
          </ac:spMkLst>
        </pc:spChg>
        <pc:spChg chg="add del mod">
          <ac:chgData name="박 신영" userId="dc4b2b3c9ac3a666" providerId="LiveId" clId="{4AAAEB7C-E14D-4D96-8835-21457CE7D0A5}" dt="2022-08-25T15:47:52.309" v="5188" actId="478"/>
          <ac:spMkLst>
            <pc:docMk/>
            <pc:sldMk cId="2675991738" sldId="478"/>
            <ac:spMk id="253" creationId="{FDAEB989-532B-CE5E-0733-129456605207}"/>
          </ac:spMkLst>
        </pc:spChg>
        <pc:spChg chg="add mod">
          <ac:chgData name="박 신영" userId="dc4b2b3c9ac3a666" providerId="LiveId" clId="{4AAAEB7C-E14D-4D96-8835-21457CE7D0A5}" dt="2022-08-25T15:48:47.897" v="5230" actId="1076"/>
          <ac:spMkLst>
            <pc:docMk/>
            <pc:sldMk cId="2675991738" sldId="478"/>
            <ac:spMk id="254" creationId="{58B5E49E-BB92-15E6-F8B9-0A0041BA2F90}"/>
          </ac:spMkLst>
        </pc:spChg>
        <pc:spChg chg="add mod">
          <ac:chgData name="박 신영" userId="dc4b2b3c9ac3a666" providerId="LiveId" clId="{4AAAEB7C-E14D-4D96-8835-21457CE7D0A5}" dt="2022-08-25T15:48:44.648" v="5229" actId="1076"/>
          <ac:spMkLst>
            <pc:docMk/>
            <pc:sldMk cId="2675991738" sldId="478"/>
            <ac:spMk id="255" creationId="{94B78744-7A4D-75A6-E498-CB3032D463D9}"/>
          </ac:spMkLst>
        </pc:spChg>
        <pc:spChg chg="add mod">
          <ac:chgData name="박 신영" userId="dc4b2b3c9ac3a666" providerId="LiveId" clId="{4AAAEB7C-E14D-4D96-8835-21457CE7D0A5}" dt="2022-08-25T15:48:53.801" v="5231" actId="571"/>
          <ac:spMkLst>
            <pc:docMk/>
            <pc:sldMk cId="2675991738" sldId="478"/>
            <ac:spMk id="256" creationId="{9DFECB22-1517-510F-E9B7-41ED5D2BCDBA}"/>
          </ac:spMkLst>
        </pc:spChg>
        <pc:spChg chg="add mod">
          <ac:chgData name="박 신영" userId="dc4b2b3c9ac3a666" providerId="LiveId" clId="{4AAAEB7C-E14D-4D96-8835-21457CE7D0A5}" dt="2022-08-25T15:49:32.471" v="5236" actId="1076"/>
          <ac:spMkLst>
            <pc:docMk/>
            <pc:sldMk cId="2675991738" sldId="478"/>
            <ac:spMk id="257" creationId="{BD3BCD0B-3DF5-0D62-C389-034FA6BB4B57}"/>
          </ac:spMkLst>
        </pc:spChg>
        <pc:grpChg chg="del">
          <ac:chgData name="박 신영" userId="dc4b2b3c9ac3a666" providerId="LiveId" clId="{4AAAEB7C-E14D-4D96-8835-21457CE7D0A5}" dt="2022-08-25T14:53:38.087" v="4770" actId="478"/>
          <ac:grpSpMkLst>
            <pc:docMk/>
            <pc:sldMk cId="2675991738" sldId="478"/>
            <ac:grpSpMk id="40" creationId="{AE098CB6-753E-6296-FEF9-02FAB18E08B1}"/>
          </ac:grpSpMkLst>
        </pc:grpChg>
        <pc:grpChg chg="del">
          <ac:chgData name="박 신영" userId="dc4b2b3c9ac3a666" providerId="LiveId" clId="{4AAAEB7C-E14D-4D96-8835-21457CE7D0A5}" dt="2022-08-25T14:53:38.087" v="4770" actId="478"/>
          <ac:grpSpMkLst>
            <pc:docMk/>
            <pc:sldMk cId="2675991738" sldId="478"/>
            <ac:grpSpMk id="115" creationId="{FF32E137-9033-463F-8596-FED38DB35D04}"/>
          </ac:grpSpMkLst>
        </pc:grpChg>
        <pc:grpChg chg="del">
          <ac:chgData name="박 신영" userId="dc4b2b3c9ac3a666" providerId="LiveId" clId="{4AAAEB7C-E14D-4D96-8835-21457CE7D0A5}" dt="2022-08-25T14:53:38.087" v="4770" actId="478"/>
          <ac:grpSpMkLst>
            <pc:docMk/>
            <pc:sldMk cId="2675991738" sldId="478"/>
            <ac:grpSpMk id="124" creationId="{5F75D3EA-4068-B20C-618E-49E5684EEFAD}"/>
          </ac:grpSpMkLst>
        </pc:grpChg>
        <pc:grpChg chg="del">
          <ac:chgData name="박 신영" userId="dc4b2b3c9ac3a666" providerId="LiveId" clId="{4AAAEB7C-E14D-4D96-8835-21457CE7D0A5}" dt="2022-08-25T14:53:38.087" v="4770" actId="478"/>
          <ac:grpSpMkLst>
            <pc:docMk/>
            <pc:sldMk cId="2675991738" sldId="478"/>
            <ac:grpSpMk id="173" creationId="{4066C53E-8A70-755E-7BE5-DB00FEA93715}"/>
          </ac:grpSpMkLst>
        </pc:grpChg>
        <pc:grpChg chg="del">
          <ac:chgData name="박 신영" userId="dc4b2b3c9ac3a666" providerId="LiveId" clId="{4AAAEB7C-E14D-4D96-8835-21457CE7D0A5}" dt="2022-08-25T14:53:38.087" v="4770" actId="478"/>
          <ac:grpSpMkLst>
            <pc:docMk/>
            <pc:sldMk cId="2675991738" sldId="478"/>
            <ac:grpSpMk id="183" creationId="{7944795B-2992-838B-5316-217476267C67}"/>
          </ac:grpSpMkLst>
        </pc:grpChg>
        <pc:grpChg chg="del">
          <ac:chgData name="박 신영" userId="dc4b2b3c9ac3a666" providerId="LiveId" clId="{4AAAEB7C-E14D-4D96-8835-21457CE7D0A5}" dt="2022-08-25T14:53:38.087" v="4770" actId="478"/>
          <ac:grpSpMkLst>
            <pc:docMk/>
            <pc:sldMk cId="2675991738" sldId="478"/>
            <ac:grpSpMk id="193" creationId="{EF074E78-8591-DEE5-A524-327DBD1CABF1}"/>
          </ac:grpSpMkLst>
        </pc:grpChg>
        <pc:grpChg chg="del">
          <ac:chgData name="박 신영" userId="dc4b2b3c9ac3a666" providerId="LiveId" clId="{4AAAEB7C-E14D-4D96-8835-21457CE7D0A5}" dt="2022-08-25T14:53:38.087" v="4770" actId="478"/>
          <ac:grpSpMkLst>
            <pc:docMk/>
            <pc:sldMk cId="2675991738" sldId="478"/>
            <ac:grpSpMk id="197" creationId="{60F5D336-126C-4B35-19E8-C0AE13FB191F}"/>
          </ac:grpSpMkLst>
        </pc:grpChg>
        <pc:grpChg chg="add mod">
          <ac:chgData name="박 신영" userId="dc4b2b3c9ac3a666" providerId="LiveId" clId="{4AAAEB7C-E14D-4D96-8835-21457CE7D0A5}" dt="2022-08-25T15:21:35.165" v="4805" actId="1076"/>
          <ac:grpSpMkLst>
            <pc:docMk/>
            <pc:sldMk cId="2675991738" sldId="478"/>
            <ac:grpSpMk id="229" creationId="{2DAC73A9-A324-FC06-1A2F-0C89D98D2B95}"/>
          </ac:grpSpMkLst>
        </pc:grpChg>
        <pc:grpChg chg="add mod">
          <ac:chgData name="박 신영" userId="dc4b2b3c9ac3a666" providerId="LiveId" clId="{4AAAEB7C-E14D-4D96-8835-21457CE7D0A5}" dt="2022-08-25T15:41:56.367" v="4903" actId="1035"/>
          <ac:grpSpMkLst>
            <pc:docMk/>
            <pc:sldMk cId="2675991738" sldId="478"/>
            <ac:grpSpMk id="238" creationId="{2EE6CCDD-A542-4C00-B8D0-380A10D65364}"/>
          </ac:grpSpMkLst>
        </pc:grpChg>
        <pc:grpChg chg="add mod">
          <ac:chgData name="박 신영" userId="dc4b2b3c9ac3a666" providerId="LiveId" clId="{4AAAEB7C-E14D-4D96-8835-21457CE7D0A5}" dt="2022-08-25T15:41:59.972" v="4904" actId="571"/>
          <ac:grpSpMkLst>
            <pc:docMk/>
            <pc:sldMk cId="2675991738" sldId="478"/>
            <ac:grpSpMk id="239" creationId="{36043985-3701-FD61-C186-5A2C8CC50926}"/>
          </ac:grpSpMkLst>
        </pc:grpChg>
        <pc:grpChg chg="add mod">
          <ac:chgData name="박 신영" userId="dc4b2b3c9ac3a666" providerId="LiveId" clId="{4AAAEB7C-E14D-4D96-8835-21457CE7D0A5}" dt="2022-08-25T15:42:10.784" v="4905" actId="571"/>
          <ac:grpSpMkLst>
            <pc:docMk/>
            <pc:sldMk cId="2675991738" sldId="478"/>
            <ac:grpSpMk id="242" creationId="{448C0759-D660-A085-81DB-0EC0FB67DA58}"/>
          </ac:grpSpMkLst>
        </pc:grpChg>
        <pc:grpChg chg="add mod">
          <ac:chgData name="박 신영" userId="dc4b2b3c9ac3a666" providerId="LiveId" clId="{4AAAEB7C-E14D-4D96-8835-21457CE7D0A5}" dt="2022-08-25T15:42:55.010" v="4910" actId="1076"/>
          <ac:grpSpMkLst>
            <pc:docMk/>
            <pc:sldMk cId="2675991738" sldId="478"/>
            <ac:grpSpMk id="247" creationId="{00D7EDAD-89AF-3C3B-5E05-4A48CB9B91FA}"/>
          </ac:grpSpMkLst>
        </pc:grpChg>
        <pc:cxnChg chg="del mod">
          <ac:chgData name="박 신영" userId="dc4b2b3c9ac3a666" providerId="LiveId" clId="{4AAAEB7C-E14D-4D96-8835-21457CE7D0A5}" dt="2022-08-25T15:20:46.667" v="4794" actId="478"/>
          <ac:cxnSpMkLst>
            <pc:docMk/>
            <pc:sldMk cId="2675991738" sldId="478"/>
            <ac:cxnSpMk id="210" creationId="{5F859115-FFC7-C82E-A9B6-746582697A86}"/>
          </ac:cxnSpMkLst>
        </pc:cxnChg>
      </pc:sldChg>
      <pc:sldChg chg="addSp delSp modSp add mod modClrScheme chgLayout">
        <pc:chgData name="박 신영" userId="dc4b2b3c9ac3a666" providerId="LiveId" clId="{4AAAEB7C-E14D-4D96-8835-21457CE7D0A5}" dt="2022-08-25T15:47:03.033" v="5166" actId="478"/>
        <pc:sldMkLst>
          <pc:docMk/>
          <pc:sldMk cId="1410711083" sldId="479"/>
        </pc:sldMkLst>
        <pc:spChg chg="del">
          <ac:chgData name="박 신영" userId="dc4b2b3c9ac3a666" providerId="LiveId" clId="{4AAAEB7C-E14D-4D96-8835-21457CE7D0A5}" dt="2022-08-25T15:15:33.044" v="4777" actId="478"/>
          <ac:spMkLst>
            <pc:docMk/>
            <pc:sldMk cId="1410711083" sldId="479"/>
            <ac:spMk id="6" creationId="{81909F60-4294-F685-175B-169ADD5C181D}"/>
          </ac:spMkLst>
        </pc:spChg>
        <pc:spChg chg="del">
          <ac:chgData name="박 신영" userId="dc4b2b3c9ac3a666" providerId="LiveId" clId="{4AAAEB7C-E14D-4D96-8835-21457CE7D0A5}" dt="2022-08-25T15:15:30.589" v="4776" actId="478"/>
          <ac:spMkLst>
            <pc:docMk/>
            <pc:sldMk cId="1410711083" sldId="479"/>
            <ac:spMk id="8" creationId="{9CF80BA1-D00B-D6A5-F6A6-91563DD52B42}"/>
          </ac:spMkLst>
        </pc:spChg>
        <pc:spChg chg="del">
          <ac:chgData name="박 신영" userId="dc4b2b3c9ac3a666" providerId="LiveId" clId="{4AAAEB7C-E14D-4D96-8835-21457CE7D0A5}" dt="2022-08-25T15:15:30.589" v="4776" actId="478"/>
          <ac:spMkLst>
            <pc:docMk/>
            <pc:sldMk cId="1410711083" sldId="479"/>
            <ac:spMk id="9" creationId="{A93A25C3-E019-3051-C585-1914C7655600}"/>
          </ac:spMkLst>
        </pc:spChg>
        <pc:spChg chg="add mod">
          <ac:chgData name="박 신영" userId="dc4b2b3c9ac3a666" providerId="LiveId" clId="{4AAAEB7C-E14D-4D96-8835-21457CE7D0A5}" dt="2022-08-25T15:22:02.968" v="4809" actId="1076"/>
          <ac:spMkLst>
            <pc:docMk/>
            <pc:sldMk cId="1410711083" sldId="479"/>
            <ac:spMk id="10" creationId="{0E1B4627-8056-644A-7BE5-FA6F3354A992}"/>
          </ac:spMkLst>
        </pc:spChg>
        <pc:spChg chg="add mod">
          <ac:chgData name="박 신영" userId="dc4b2b3c9ac3a666" providerId="LiveId" clId="{4AAAEB7C-E14D-4D96-8835-21457CE7D0A5}" dt="2022-08-25T15:23:29.742" v="4880"/>
          <ac:spMkLst>
            <pc:docMk/>
            <pc:sldMk cId="1410711083" sldId="479"/>
            <ac:spMk id="11" creationId="{B2595828-36F8-0B63-4990-468FBA270B50}"/>
          </ac:spMkLst>
        </pc:spChg>
        <pc:spChg chg="del">
          <ac:chgData name="박 신영" userId="dc4b2b3c9ac3a666" providerId="LiveId" clId="{4AAAEB7C-E14D-4D96-8835-21457CE7D0A5}" dt="2022-08-25T15:15:30.589" v="4776" actId="478"/>
          <ac:spMkLst>
            <pc:docMk/>
            <pc:sldMk cId="1410711083" sldId="479"/>
            <ac:spMk id="12" creationId="{BE9E706B-D42F-92C8-4AE5-7D8BEC1612E6}"/>
          </ac:spMkLst>
        </pc:spChg>
        <pc:spChg chg="add mod">
          <ac:chgData name="박 신영" userId="dc4b2b3c9ac3a666" providerId="LiveId" clId="{4AAAEB7C-E14D-4D96-8835-21457CE7D0A5}" dt="2022-08-25T15:44:51.426" v="5046" actId="20577"/>
          <ac:spMkLst>
            <pc:docMk/>
            <pc:sldMk cId="1410711083" sldId="479"/>
            <ac:spMk id="13" creationId="{8C010C91-3507-9FE4-9109-BB602BA34684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14" creationId="{F310DDE5-3AB5-3CF2-9487-0B7AEFBEBDD1}"/>
          </ac:spMkLst>
        </pc:spChg>
        <pc:spChg chg="add mod">
          <ac:chgData name="박 신영" userId="dc4b2b3c9ac3a666" providerId="LiveId" clId="{4AAAEB7C-E14D-4D96-8835-21457CE7D0A5}" dt="2022-08-25T15:45:32.279" v="5158"/>
          <ac:spMkLst>
            <pc:docMk/>
            <pc:sldMk cId="1410711083" sldId="479"/>
            <ac:spMk id="17" creationId="{BE105C76-3E34-9C6E-2F0E-8101C88A953C}"/>
          </ac:spMkLst>
        </pc:spChg>
        <pc:spChg chg="add mod">
          <ac:chgData name="박 신영" userId="dc4b2b3c9ac3a666" providerId="LiveId" clId="{4AAAEB7C-E14D-4D96-8835-21457CE7D0A5}" dt="2022-08-25T15:16:20.039" v="4792"/>
          <ac:spMkLst>
            <pc:docMk/>
            <pc:sldMk cId="1410711083" sldId="479"/>
            <ac:spMk id="18" creationId="{E0025BE2-6982-6864-19C0-6F1D7223A10D}"/>
          </ac:spMkLst>
        </pc:spChg>
        <pc:spChg chg="add mod">
          <ac:chgData name="박 신영" userId="dc4b2b3c9ac3a666" providerId="LiveId" clId="{4AAAEB7C-E14D-4D96-8835-21457CE7D0A5}" dt="2022-08-25T15:15:59.962" v="4784" actId="1076"/>
          <ac:spMkLst>
            <pc:docMk/>
            <pc:sldMk cId="1410711083" sldId="479"/>
            <ac:spMk id="19" creationId="{F0AE6456-091F-0AF0-E9E0-44AAB717D85D}"/>
          </ac:spMkLst>
        </pc:spChg>
        <pc:spChg chg="add del mod">
          <ac:chgData name="박 신영" userId="dc4b2b3c9ac3a666" providerId="LiveId" clId="{4AAAEB7C-E14D-4D96-8835-21457CE7D0A5}" dt="2022-08-25T15:47:03.033" v="5166" actId="478"/>
          <ac:spMkLst>
            <pc:docMk/>
            <pc:sldMk cId="1410711083" sldId="479"/>
            <ac:spMk id="20" creationId="{5DA9CCF2-65E4-78E6-1C94-4605DAAC10FA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23" creationId="{67A8213E-4E60-545C-7433-CA9DBD5FEA33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24" creationId="{4C2A2055-62FC-229F-1C46-AC70AAE00455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25" creationId="{C7DF08C3-4B2D-5FF1-7EFB-EFFAF26ACB4E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26" creationId="{1DD83544-8300-FEC8-C70D-A85C7E6933D3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27" creationId="{8B3D35A9-596D-CF37-04CF-8DEEA1B45907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28" creationId="{F120D19E-F666-CF18-7C2B-710A431E3616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29" creationId="{60859B73-B5FB-79F1-17C3-F2C6BAAFB9D4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0" creationId="{9729EB31-6745-0C71-BC3B-5150ACC96683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1" creationId="{2152E515-47B8-0B0D-8A91-C03C7CC5198E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2" creationId="{64499FF3-6D6A-ED90-E4D5-25FE4BCF70F6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3" creationId="{EFE63156-B1C5-2187-1659-419D57334FA4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4" creationId="{F92A70CC-2EBA-F9F2-325A-E63A94A3FE03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5" creationId="{99ABAAB1-A104-8239-F100-F30568300205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6" creationId="{997547BD-77E9-38D7-4623-702B7EE3DA1C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7" creationId="{FBF78262-E047-B70F-6128-454901C9BC21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8" creationId="{75CA0EFE-2317-FC41-FF55-0953D1489EFE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39" creationId="{699A504E-1B77-C172-B107-B04593EB7ACB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40" creationId="{A015BC00-6AAF-C108-65DF-19D8ADEA66E6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41" creationId="{7E8ED2B7-B204-0F93-EA43-AFB770195F7D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42" creationId="{37008E1D-D9AD-3E3C-A7B2-32909F993AE8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43" creationId="{BFC4DF49-D9DE-8EA1-233B-C83DE7FBE83F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44" creationId="{1FE1CF4B-2CC8-426E-387F-07C0814F396B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45" creationId="{5BCD9989-8A75-CEA0-7385-19DAB982AA26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46" creationId="{ABD5C4BC-97C6-D4BE-F8C2-68BC30CC0FC0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47" creationId="{18B63077-D7CC-4278-9BD5-5FFE662A601E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48" creationId="{630F02A7-CA5A-B71C-E13B-AB4A090DCF31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49" creationId="{62938EED-75B9-0041-7C68-310A1689A78E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50" creationId="{FD2D8545-EB4E-2C51-2F37-F5E81ABF9D28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51" creationId="{E5408FE6-9C8A-D0D6-F061-A55DAF0A7428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52" creationId="{EC6C9907-47C7-39FF-6CB8-3B5BE9CE986E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53" creationId="{655767F4-2933-5F67-C4D4-B28258E15D30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54" creationId="{A191BED5-53AA-F8F9-320C-D45B753ACD79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55" creationId="{8D0651AB-1960-BA88-3415-194084DA57B4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56" creationId="{F5E3FFBF-B410-791F-BAFE-A4BEE997CD6E}"/>
          </ac:spMkLst>
        </pc:spChg>
        <pc:spChg chg="add del mod">
          <ac:chgData name="박 신영" userId="dc4b2b3c9ac3a666" providerId="LiveId" clId="{4AAAEB7C-E14D-4D96-8835-21457CE7D0A5}" dt="2022-08-25T15:43:38.931" v="4917" actId="478"/>
          <ac:spMkLst>
            <pc:docMk/>
            <pc:sldMk cId="1410711083" sldId="479"/>
            <ac:spMk id="57" creationId="{85640291-D706-2248-9F1B-952413FE3A2B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58" creationId="{7B693957-6770-E2DF-F85F-F0FC7355A12D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59" creationId="{491D0F36-A3AC-E906-CDB1-9B956F0E478A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0" creationId="{C449536E-4F4B-AD93-029F-66746FCBDE7F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1" creationId="{158F5E49-BFF3-FADF-C2C0-E663699F1372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2" creationId="{B48F9135-BE7F-57A0-84FE-0EB96BDE57D4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3" creationId="{35E5C4D0-8146-AA84-6CA5-8310B5DD6059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4" creationId="{34C24E24-B719-02F1-CCE1-52C135DD9760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5" creationId="{AFBA04D2-EBC4-3521-5C63-CE8D13D8E886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6" creationId="{D3D2AF48-B6B4-F5F9-A936-7F877FC94207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7" creationId="{23096DEB-7DCC-B827-9283-9B2FC6DC7670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8" creationId="{725BC399-DCBA-4538-592E-98CC0DA00F35}"/>
          </ac:spMkLst>
        </pc:spChg>
        <pc:spChg chg="add mod">
          <ac:chgData name="박 신영" userId="dc4b2b3c9ac3a666" providerId="LiveId" clId="{4AAAEB7C-E14D-4D96-8835-21457CE7D0A5}" dt="2022-08-25T15:43:45.335" v="4919" actId="1076"/>
          <ac:spMkLst>
            <pc:docMk/>
            <pc:sldMk cId="1410711083" sldId="479"/>
            <ac:spMk id="69" creationId="{7EF79060-3E01-F960-B199-358D43AD0545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70" creationId="{742BE9CB-FF96-2DA6-4019-3E6AA73469CC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71" creationId="{9CE325A9-65F5-51BF-9651-45BD5A6C7A39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72" creationId="{C6513D64-60CF-5E58-790F-79ACA5B4A9BD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73" creationId="{6686E7E1-092F-E119-88C4-0C7B256B1FBF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74" creationId="{4790E684-29CB-6177-7833-B79D3899C611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75" creationId="{25D21003-5189-3EC6-E0F9-2806DFCD2DB3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76" creationId="{E15AFB37-47A9-535D-195F-FACA019D8006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77" creationId="{0E618700-C27C-3CF0-A2F1-5A0B970798E6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78" creationId="{054F87C2-A5AB-20A7-A674-2D578315E2DB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79" creationId="{7790A4EB-EA23-D72D-2DC1-956F5868D7CE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80" creationId="{8637CA84-A94F-2261-8ACC-8ABF53153326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81" creationId="{D6E5748E-B9DE-22F7-92D8-95DABBD620B7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82" creationId="{739A4F1C-881B-515C-3F8E-452D6A2BD97C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83" creationId="{0EE0711D-51FA-5A97-8988-CF8E9C7013CF}"/>
          </ac:spMkLst>
        </pc:spChg>
        <pc:spChg chg="del">
          <ac:chgData name="박 신영" userId="dc4b2b3c9ac3a666" providerId="LiveId" clId="{4AAAEB7C-E14D-4D96-8835-21457CE7D0A5}" dt="2022-08-25T15:15:35.764" v="4778" actId="478"/>
          <ac:spMkLst>
            <pc:docMk/>
            <pc:sldMk cId="1410711083" sldId="479"/>
            <ac:spMk id="84" creationId="{B2E54DB2-0B8E-88F0-913E-9EC8D19D37F5}"/>
          </ac:spMkLst>
        </pc:spChg>
        <pc:spChg chg="del">
          <ac:chgData name="박 신영" userId="dc4b2b3c9ac3a666" providerId="LiveId" clId="{4AAAEB7C-E14D-4D96-8835-21457CE7D0A5}" dt="2022-08-25T15:15:35.764" v="4778" actId="478"/>
          <ac:spMkLst>
            <pc:docMk/>
            <pc:sldMk cId="1410711083" sldId="479"/>
            <ac:spMk id="85" creationId="{D5C15FFD-AB8A-2D63-F3B0-DC3B64884937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86" creationId="{12EF4710-AC21-BA96-211D-A04BA3FE58D9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87" creationId="{933783EF-D97A-1B68-41C5-E3CD6541D7BE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88" creationId="{8921ACB7-9736-500A-955C-90D42BED2BB0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89" creationId="{34141D94-C2D8-801F-4265-BCC34C7A9D5E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90" creationId="{4ED462F9-ACA1-DAFF-37CB-0B677E3C97EA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91" creationId="{97DFD100-8F9F-2833-72B6-EE7323AAF15C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92" creationId="{9E714EC3-56E2-DAF5-A525-5A010BAABA9A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93" creationId="{5D3785FD-1F73-34DF-9892-B293F23F10B1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94" creationId="{26B9E6F5-E6AB-2D08-FFBB-094D53DDC546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95" creationId="{531EF7CB-F068-CC28-13CD-C5AF4CED4583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96" creationId="{93B9A058-5506-B23D-D1D2-6BBA2AD73E8F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97" creationId="{3A2E7B8F-0B96-9A0E-F9B4-6998D294A019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98" creationId="{117EEE41-9A4C-AD43-0E63-77E021EE2DC0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99" creationId="{6E061B3C-0040-A447-D0A5-7F7B0EE0AC7F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100" creationId="{44187BB0-C596-7EFB-33F0-19CEA1C987BA}"/>
          </ac:spMkLst>
        </pc:spChg>
        <pc:spChg chg="del">
          <ac:chgData name="박 신영" userId="dc4b2b3c9ac3a666" providerId="LiveId" clId="{4AAAEB7C-E14D-4D96-8835-21457CE7D0A5}" dt="2022-08-25T15:15:39.881" v="4779" actId="478"/>
          <ac:spMkLst>
            <pc:docMk/>
            <pc:sldMk cId="1410711083" sldId="479"/>
            <ac:spMk id="101" creationId="{D420421C-27AD-2E03-0C47-23A4C154C5A6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02" creationId="{1D253638-8303-539C-B53A-FAFDB1627779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03" creationId="{4C5DD9B0-AE25-A64C-E143-B3E6C523885B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04" creationId="{3997DE56-F8B2-9CB6-6377-C1B68663468F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05" creationId="{BBDE4E0B-50A1-91C1-9A19-AF05C50EBF7A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106" creationId="{A12EF520-6585-409E-EFC4-D5A29017A8D0}"/>
          </ac:spMkLst>
        </pc:spChg>
        <pc:spChg chg="del mod">
          <ac:chgData name="박 신영" userId="dc4b2b3c9ac3a666" providerId="LiveId" clId="{4AAAEB7C-E14D-4D96-8835-21457CE7D0A5}" dt="2022-08-25T15:21:51.791" v="4806" actId="478"/>
          <ac:spMkLst>
            <pc:docMk/>
            <pc:sldMk cId="1410711083" sldId="479"/>
            <ac:spMk id="107" creationId="{ED592CAE-1018-674E-6225-F5479C60D547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08" creationId="{CB92FB01-2BCA-7D6B-BE65-F5CBE02FB63A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09" creationId="{4B4E6C01-0E6B-998B-8805-C611B0293132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10" creationId="{E12D11B2-ED5B-486D-5218-7888BE1B3FBD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11" creationId="{3D0ACA86-D63B-2E1D-6084-6BE31C690F3F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12" creationId="{8D89F0D3-62AB-CCDD-85F5-63260A3939A2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13" creationId="{31856D0E-8084-8203-41A8-85E8AC5EAE41}"/>
          </ac:spMkLst>
        </pc:spChg>
        <pc:spChg chg="add del mod">
          <ac:chgData name="박 신영" userId="dc4b2b3c9ac3a666" providerId="LiveId" clId="{4AAAEB7C-E14D-4D96-8835-21457CE7D0A5}" dt="2022-08-25T15:45:37.072" v="5159" actId="478"/>
          <ac:spMkLst>
            <pc:docMk/>
            <pc:sldMk cId="1410711083" sldId="479"/>
            <ac:spMk id="114" creationId="{833916B3-7C05-7485-CC1F-EA18B333FE84}"/>
          </ac:spMkLst>
        </pc:spChg>
        <pc:spChg chg="del">
          <ac:chgData name="박 신영" userId="dc4b2b3c9ac3a666" providerId="LiveId" clId="{4AAAEB7C-E14D-4D96-8835-21457CE7D0A5}" dt="2022-08-25T15:15:30.589" v="4776" actId="478"/>
          <ac:spMkLst>
            <pc:docMk/>
            <pc:sldMk cId="1410711083" sldId="479"/>
            <ac:spMk id="120" creationId="{CCC7B04D-A428-5056-D2BF-7C1AA1D33FD7}"/>
          </ac:spMkLst>
        </pc:spChg>
        <pc:spChg chg="del">
          <ac:chgData name="박 신영" userId="dc4b2b3c9ac3a666" providerId="LiveId" clId="{4AAAEB7C-E14D-4D96-8835-21457CE7D0A5}" dt="2022-08-25T15:20:42.130" v="4793" actId="478"/>
          <ac:spMkLst>
            <pc:docMk/>
            <pc:sldMk cId="1410711083" sldId="479"/>
            <ac:spMk id="207" creationId="{1FA69E72-9EA5-D489-BF27-F7483EF53C25}"/>
          </ac:spMkLst>
        </pc:spChg>
        <pc:spChg chg="del">
          <ac:chgData name="박 신영" userId="dc4b2b3c9ac3a666" providerId="LiveId" clId="{4AAAEB7C-E14D-4D96-8835-21457CE7D0A5}" dt="2022-08-25T15:20:42.130" v="4793" actId="478"/>
          <ac:spMkLst>
            <pc:docMk/>
            <pc:sldMk cId="1410711083" sldId="479"/>
            <ac:spMk id="208" creationId="{A8D71E43-A2A1-A143-A9E2-60DC50CEBAEF}"/>
          </ac:spMkLst>
        </pc:spChg>
        <pc:spChg chg="del">
          <ac:chgData name="박 신영" userId="dc4b2b3c9ac3a666" providerId="LiveId" clId="{4AAAEB7C-E14D-4D96-8835-21457CE7D0A5}" dt="2022-08-25T15:20:42.130" v="4793" actId="478"/>
          <ac:spMkLst>
            <pc:docMk/>
            <pc:sldMk cId="1410711083" sldId="479"/>
            <ac:spMk id="209" creationId="{1E537514-E92B-36EA-2008-E4365D51276A}"/>
          </ac:spMkLst>
        </pc:spChg>
        <pc:spChg chg="del">
          <ac:chgData name="박 신영" userId="dc4b2b3c9ac3a666" providerId="LiveId" clId="{4AAAEB7C-E14D-4D96-8835-21457CE7D0A5}" dt="2022-08-25T15:20:42.130" v="4793" actId="478"/>
          <ac:spMkLst>
            <pc:docMk/>
            <pc:sldMk cId="1410711083" sldId="479"/>
            <ac:spMk id="212" creationId="{40EC462D-DEE1-6675-8307-E22EAD321344}"/>
          </ac:spMkLst>
        </pc:spChg>
        <pc:spChg chg="del">
          <ac:chgData name="박 신영" userId="dc4b2b3c9ac3a666" providerId="LiveId" clId="{4AAAEB7C-E14D-4D96-8835-21457CE7D0A5}" dt="2022-08-25T15:20:42.130" v="4793" actId="478"/>
          <ac:spMkLst>
            <pc:docMk/>
            <pc:sldMk cId="1410711083" sldId="479"/>
            <ac:spMk id="213" creationId="{330D5396-973A-B6C6-FDBE-0B2421F21987}"/>
          </ac:spMkLst>
        </pc:spChg>
        <pc:cxnChg chg="del">
          <ac:chgData name="박 신영" userId="dc4b2b3c9ac3a666" providerId="LiveId" clId="{4AAAEB7C-E14D-4D96-8835-21457CE7D0A5}" dt="2022-08-25T15:15:30.589" v="4776" actId="478"/>
          <ac:cxnSpMkLst>
            <pc:docMk/>
            <pc:sldMk cId="1410711083" sldId="479"/>
            <ac:cxnSpMk id="7" creationId="{611DC9FF-330D-71A5-DF2D-DE9FAD4FF2E0}"/>
          </ac:cxnSpMkLst>
        </pc:cxnChg>
        <pc:cxnChg chg="del">
          <ac:chgData name="박 신영" userId="dc4b2b3c9ac3a666" providerId="LiveId" clId="{4AAAEB7C-E14D-4D96-8835-21457CE7D0A5}" dt="2022-08-25T15:15:39.881" v="4779" actId="478"/>
          <ac:cxnSpMkLst>
            <pc:docMk/>
            <pc:sldMk cId="1410711083" sldId="479"/>
            <ac:cxnSpMk id="15" creationId="{79C6F1B9-E6C6-23E8-D4AF-25EDD55AD1BC}"/>
          </ac:cxnSpMkLst>
        </pc:cxnChg>
        <pc:cxnChg chg="add mod">
          <ac:chgData name="박 신영" userId="dc4b2b3c9ac3a666" providerId="LiveId" clId="{4AAAEB7C-E14D-4D96-8835-21457CE7D0A5}" dt="2022-08-25T15:22:02.968" v="4809" actId="1076"/>
          <ac:cxnSpMkLst>
            <pc:docMk/>
            <pc:sldMk cId="1410711083" sldId="479"/>
            <ac:cxnSpMk id="16" creationId="{2ADE5575-D6A0-56C4-444E-5577B89A31FE}"/>
          </ac:cxnSpMkLst>
        </pc:cxnChg>
        <pc:cxnChg chg="add del mod">
          <ac:chgData name="박 신영" userId="dc4b2b3c9ac3a666" providerId="LiveId" clId="{4AAAEB7C-E14D-4D96-8835-21457CE7D0A5}" dt="2022-08-25T15:47:03.033" v="5166" actId="478"/>
          <ac:cxnSpMkLst>
            <pc:docMk/>
            <pc:sldMk cId="1410711083" sldId="479"/>
            <ac:cxnSpMk id="21" creationId="{55AF4BD8-B4B9-2854-875C-E02D2E1C3FCC}"/>
          </ac:cxnSpMkLst>
        </pc:cxnChg>
        <pc:cxnChg chg="del mod">
          <ac:chgData name="박 신영" userId="dc4b2b3c9ac3a666" providerId="LiveId" clId="{4AAAEB7C-E14D-4D96-8835-21457CE7D0A5}" dt="2022-08-25T15:20:42.130" v="4793" actId="478"/>
          <ac:cxnSpMkLst>
            <pc:docMk/>
            <pc:sldMk cId="1410711083" sldId="479"/>
            <ac:cxnSpMk id="210" creationId="{5F859115-FFC7-C82E-A9B6-746582697A86}"/>
          </ac:cxnSpMkLst>
        </pc:cxnChg>
      </pc:sldChg>
      <pc:sldChg chg="addSp delSp modSp new mod modClrScheme chgLayout">
        <pc:chgData name="박 신영" userId="dc4b2b3c9ac3a666" providerId="LiveId" clId="{4AAAEB7C-E14D-4D96-8835-21457CE7D0A5}" dt="2022-08-25T16:27:50.169" v="5930" actId="1076"/>
        <pc:sldMkLst>
          <pc:docMk/>
          <pc:sldMk cId="2159795392" sldId="480"/>
        </pc:sldMkLst>
        <pc:spChg chg="add mod">
          <ac:chgData name="박 신영" userId="dc4b2b3c9ac3a666" providerId="LiveId" clId="{4AAAEB7C-E14D-4D96-8835-21457CE7D0A5}" dt="2022-08-25T16:15:03.113" v="5684" actId="20577"/>
          <ac:spMkLst>
            <pc:docMk/>
            <pc:sldMk cId="2159795392" sldId="480"/>
            <ac:spMk id="2" creationId="{0D7A40E8-CF3F-A237-B51F-14C0C7BED717}"/>
          </ac:spMkLst>
        </pc:spChg>
        <pc:spChg chg="add mod">
          <ac:chgData name="박 신영" userId="dc4b2b3c9ac3a666" providerId="LiveId" clId="{4AAAEB7C-E14D-4D96-8835-21457CE7D0A5}" dt="2022-08-25T16:14:48.992" v="5622"/>
          <ac:spMkLst>
            <pc:docMk/>
            <pc:sldMk cId="2159795392" sldId="480"/>
            <ac:spMk id="3" creationId="{70DD92E1-660F-9FEE-688B-02ED64397C3B}"/>
          </ac:spMkLst>
        </pc:spChg>
        <pc:spChg chg="add mod">
          <ac:chgData name="박 신영" userId="dc4b2b3c9ac3a666" providerId="LiveId" clId="{4AAAEB7C-E14D-4D96-8835-21457CE7D0A5}" dt="2022-08-25T16:21:00.053" v="5785" actId="1076"/>
          <ac:spMkLst>
            <pc:docMk/>
            <pc:sldMk cId="2159795392" sldId="480"/>
            <ac:spMk id="4" creationId="{1FFA5267-93ED-9215-61EF-7495F4E47DB3}"/>
          </ac:spMkLst>
        </pc:spChg>
        <pc:spChg chg="add mod">
          <ac:chgData name="박 신영" userId="dc4b2b3c9ac3a666" providerId="LiveId" clId="{4AAAEB7C-E14D-4D96-8835-21457CE7D0A5}" dt="2022-08-25T16:15:35.826" v="5728"/>
          <ac:spMkLst>
            <pc:docMk/>
            <pc:sldMk cId="2159795392" sldId="480"/>
            <ac:spMk id="5" creationId="{EF7DD175-0CE5-CC24-D611-4CDED48E0DB2}"/>
          </ac:spMkLst>
        </pc:spChg>
        <pc:spChg chg="add mod">
          <ac:chgData name="박 신영" userId="dc4b2b3c9ac3a666" providerId="LiveId" clId="{4AAAEB7C-E14D-4D96-8835-21457CE7D0A5}" dt="2022-08-25T16:24:01.897" v="5871"/>
          <ac:spMkLst>
            <pc:docMk/>
            <pc:sldMk cId="2159795392" sldId="480"/>
            <ac:spMk id="6" creationId="{D32F8067-90D7-A4CF-90B1-DEDDCAC0371D}"/>
          </ac:spMkLst>
        </pc:spChg>
        <pc:spChg chg="add mod">
          <ac:chgData name="박 신영" userId="dc4b2b3c9ac3a666" providerId="LiveId" clId="{4AAAEB7C-E14D-4D96-8835-21457CE7D0A5}" dt="2022-08-25T16:15:18.353" v="5685"/>
          <ac:spMkLst>
            <pc:docMk/>
            <pc:sldMk cId="2159795392" sldId="480"/>
            <ac:spMk id="7" creationId="{73842CC5-5B19-7586-CB88-1765B3869D93}"/>
          </ac:spMkLst>
        </pc:spChg>
        <pc:spChg chg="add mod">
          <ac:chgData name="박 신영" userId="dc4b2b3c9ac3a666" providerId="LiveId" clId="{4AAAEB7C-E14D-4D96-8835-21457CE7D0A5}" dt="2022-08-25T16:15:18.353" v="5685"/>
          <ac:spMkLst>
            <pc:docMk/>
            <pc:sldMk cId="2159795392" sldId="480"/>
            <ac:spMk id="8" creationId="{149649E6-B7D4-9FF6-5806-833D8ECB9959}"/>
          </ac:spMkLst>
        </pc:spChg>
        <pc:spChg chg="add mod">
          <ac:chgData name="박 신영" userId="dc4b2b3c9ac3a666" providerId="LiveId" clId="{4AAAEB7C-E14D-4D96-8835-21457CE7D0A5}" dt="2022-08-25T16:16:15.262" v="5732" actId="1076"/>
          <ac:spMkLst>
            <pc:docMk/>
            <pc:sldMk cId="2159795392" sldId="480"/>
            <ac:spMk id="10" creationId="{3679CD50-9F6A-0969-DF66-A1C9031E920B}"/>
          </ac:spMkLst>
        </pc:spChg>
        <pc:spChg chg="add mod">
          <ac:chgData name="박 신영" userId="dc4b2b3c9ac3a666" providerId="LiveId" clId="{4AAAEB7C-E14D-4D96-8835-21457CE7D0A5}" dt="2022-08-25T16:16:15.262" v="5732" actId="1076"/>
          <ac:spMkLst>
            <pc:docMk/>
            <pc:sldMk cId="2159795392" sldId="480"/>
            <ac:spMk id="11" creationId="{3FACC798-325D-972D-AE05-F0ED6BE83AFF}"/>
          </ac:spMkLst>
        </pc:spChg>
        <pc:spChg chg="add mod">
          <ac:chgData name="박 신영" userId="dc4b2b3c9ac3a666" providerId="LiveId" clId="{4AAAEB7C-E14D-4D96-8835-21457CE7D0A5}" dt="2022-08-25T16:16:53.133" v="5734" actId="164"/>
          <ac:spMkLst>
            <pc:docMk/>
            <pc:sldMk cId="2159795392" sldId="480"/>
            <ac:spMk id="12" creationId="{8141D592-89D4-ADDF-F545-1C1943DFA3A0}"/>
          </ac:spMkLst>
        </pc:spChg>
        <pc:spChg chg="add mod">
          <ac:chgData name="박 신영" userId="dc4b2b3c9ac3a666" providerId="LiveId" clId="{4AAAEB7C-E14D-4D96-8835-21457CE7D0A5}" dt="2022-08-25T16:16:53.133" v="5734" actId="164"/>
          <ac:spMkLst>
            <pc:docMk/>
            <pc:sldMk cId="2159795392" sldId="480"/>
            <ac:spMk id="13" creationId="{5EC98195-9B6D-C2D3-3F68-F13237CC530D}"/>
          </ac:spMkLst>
        </pc:spChg>
        <pc:spChg chg="add mod ord">
          <ac:chgData name="박 신영" userId="dc4b2b3c9ac3a666" providerId="LiveId" clId="{4AAAEB7C-E14D-4D96-8835-21457CE7D0A5}" dt="2022-08-25T16:23:48.098" v="5861" actId="1076"/>
          <ac:spMkLst>
            <pc:docMk/>
            <pc:sldMk cId="2159795392" sldId="480"/>
            <ac:spMk id="14" creationId="{166D43A6-D880-A69E-FC86-4ED1ECC57BB8}"/>
          </ac:spMkLst>
        </pc:spChg>
        <pc:spChg chg="add mod">
          <ac:chgData name="박 신영" userId="dc4b2b3c9ac3a666" providerId="LiveId" clId="{4AAAEB7C-E14D-4D96-8835-21457CE7D0A5}" dt="2022-08-25T16:21:17.741" v="5790" actId="14100"/>
          <ac:spMkLst>
            <pc:docMk/>
            <pc:sldMk cId="2159795392" sldId="480"/>
            <ac:spMk id="18" creationId="{8F294BFB-1220-5CC3-96D3-28D7F151A307}"/>
          </ac:spMkLst>
        </pc:spChg>
        <pc:spChg chg="add mod topLvl">
          <ac:chgData name="박 신영" userId="dc4b2b3c9ac3a666" providerId="LiveId" clId="{4AAAEB7C-E14D-4D96-8835-21457CE7D0A5}" dt="2022-08-25T16:26:09.612" v="5893"/>
          <ac:spMkLst>
            <pc:docMk/>
            <pc:sldMk cId="2159795392" sldId="480"/>
            <ac:spMk id="19" creationId="{48FD5D52-2FE3-C699-9C2E-5DA2EE14FBFE}"/>
          </ac:spMkLst>
        </pc:spChg>
        <pc:spChg chg="add mod topLvl">
          <ac:chgData name="박 신영" userId="dc4b2b3c9ac3a666" providerId="LiveId" clId="{4AAAEB7C-E14D-4D96-8835-21457CE7D0A5}" dt="2022-08-25T16:22:48.065" v="5849" actId="121"/>
          <ac:spMkLst>
            <pc:docMk/>
            <pc:sldMk cId="2159795392" sldId="480"/>
            <ac:spMk id="20" creationId="{155A9691-E68B-2005-6740-26CCDFB6A04A}"/>
          </ac:spMkLst>
        </pc:spChg>
        <pc:spChg chg="add mod topLvl">
          <ac:chgData name="박 신영" userId="dc4b2b3c9ac3a666" providerId="LiveId" clId="{4AAAEB7C-E14D-4D96-8835-21457CE7D0A5}" dt="2022-08-25T16:22:48.065" v="5849" actId="121"/>
          <ac:spMkLst>
            <pc:docMk/>
            <pc:sldMk cId="2159795392" sldId="480"/>
            <ac:spMk id="21" creationId="{B4FDC43C-A04E-17F9-8451-FAAC06ABC4A2}"/>
          </ac:spMkLst>
        </pc:spChg>
        <pc:spChg chg="add mod topLvl">
          <ac:chgData name="박 신영" userId="dc4b2b3c9ac3a666" providerId="LiveId" clId="{4AAAEB7C-E14D-4D96-8835-21457CE7D0A5}" dt="2022-08-25T16:22:48.065" v="5849" actId="121"/>
          <ac:spMkLst>
            <pc:docMk/>
            <pc:sldMk cId="2159795392" sldId="480"/>
            <ac:spMk id="22" creationId="{5A826D3F-88C8-EB92-93F1-FAE188769EAA}"/>
          </ac:spMkLst>
        </pc:spChg>
        <pc:spChg chg="mod topLvl">
          <ac:chgData name="박 신영" userId="dc4b2b3c9ac3a666" providerId="LiveId" clId="{4AAAEB7C-E14D-4D96-8835-21457CE7D0A5}" dt="2022-08-25T16:22:48.065" v="5849" actId="121"/>
          <ac:spMkLst>
            <pc:docMk/>
            <pc:sldMk cId="2159795392" sldId="480"/>
            <ac:spMk id="25" creationId="{1045004A-653E-9091-FBAA-D4DCD555C4D7}"/>
          </ac:spMkLst>
        </pc:spChg>
        <pc:spChg chg="mod topLvl">
          <ac:chgData name="박 신영" userId="dc4b2b3c9ac3a666" providerId="LiveId" clId="{4AAAEB7C-E14D-4D96-8835-21457CE7D0A5}" dt="2022-08-25T16:22:48.065" v="5849" actId="121"/>
          <ac:spMkLst>
            <pc:docMk/>
            <pc:sldMk cId="2159795392" sldId="480"/>
            <ac:spMk id="26" creationId="{4B6A6415-B786-3BAF-1958-CCD475A7D54D}"/>
          </ac:spMkLst>
        </pc:spChg>
        <pc:spChg chg="mod topLvl">
          <ac:chgData name="박 신영" userId="dc4b2b3c9ac3a666" providerId="LiveId" clId="{4AAAEB7C-E14D-4D96-8835-21457CE7D0A5}" dt="2022-08-25T16:22:48.065" v="5849" actId="121"/>
          <ac:spMkLst>
            <pc:docMk/>
            <pc:sldMk cId="2159795392" sldId="480"/>
            <ac:spMk id="27" creationId="{F52F4BF1-795F-B985-E8F0-61566772BC84}"/>
          </ac:spMkLst>
        </pc:spChg>
        <pc:spChg chg="mod topLvl">
          <ac:chgData name="박 신영" userId="dc4b2b3c9ac3a666" providerId="LiveId" clId="{4AAAEB7C-E14D-4D96-8835-21457CE7D0A5}" dt="2022-08-25T16:22:48.065" v="5849" actId="121"/>
          <ac:spMkLst>
            <pc:docMk/>
            <pc:sldMk cId="2159795392" sldId="480"/>
            <ac:spMk id="28" creationId="{4B09D633-9B51-55B2-6D89-6E7B0E8D8A99}"/>
          </ac:spMkLst>
        </pc:spChg>
        <pc:spChg chg="mod">
          <ac:chgData name="박 신영" userId="dc4b2b3c9ac3a666" providerId="LiveId" clId="{4AAAEB7C-E14D-4D96-8835-21457CE7D0A5}" dt="2022-08-25T16:22:59.985" v="5851" actId="571"/>
          <ac:spMkLst>
            <pc:docMk/>
            <pc:sldMk cId="2159795392" sldId="480"/>
            <ac:spMk id="30" creationId="{B49DD5E0-6961-3189-551D-8DB1453BD4F3}"/>
          </ac:spMkLst>
        </pc:spChg>
        <pc:spChg chg="mod">
          <ac:chgData name="박 신영" userId="dc4b2b3c9ac3a666" providerId="LiveId" clId="{4AAAEB7C-E14D-4D96-8835-21457CE7D0A5}" dt="2022-08-25T16:22:59.985" v="5851" actId="571"/>
          <ac:spMkLst>
            <pc:docMk/>
            <pc:sldMk cId="2159795392" sldId="480"/>
            <ac:spMk id="31" creationId="{F710D0B0-276E-64DC-EA9A-1B6AE5820DF8}"/>
          </ac:spMkLst>
        </pc:spChg>
        <pc:spChg chg="mod">
          <ac:chgData name="박 신영" userId="dc4b2b3c9ac3a666" providerId="LiveId" clId="{4AAAEB7C-E14D-4D96-8835-21457CE7D0A5}" dt="2022-08-25T16:23:03.218" v="5852" actId="571"/>
          <ac:spMkLst>
            <pc:docMk/>
            <pc:sldMk cId="2159795392" sldId="480"/>
            <ac:spMk id="33" creationId="{753CFF8E-A840-2C36-79F9-2C88DA4C476E}"/>
          </ac:spMkLst>
        </pc:spChg>
        <pc:spChg chg="mod">
          <ac:chgData name="박 신영" userId="dc4b2b3c9ac3a666" providerId="LiveId" clId="{4AAAEB7C-E14D-4D96-8835-21457CE7D0A5}" dt="2022-08-25T16:23:03.218" v="5852" actId="571"/>
          <ac:spMkLst>
            <pc:docMk/>
            <pc:sldMk cId="2159795392" sldId="480"/>
            <ac:spMk id="34" creationId="{CFF6D7B3-8CA9-764D-79C0-3E7444B73421}"/>
          </ac:spMkLst>
        </pc:spChg>
        <pc:spChg chg="mod">
          <ac:chgData name="박 신영" userId="dc4b2b3c9ac3a666" providerId="LiveId" clId="{4AAAEB7C-E14D-4D96-8835-21457CE7D0A5}" dt="2022-08-25T16:23:14.659" v="5854" actId="571"/>
          <ac:spMkLst>
            <pc:docMk/>
            <pc:sldMk cId="2159795392" sldId="480"/>
            <ac:spMk id="36" creationId="{A57FC218-A21B-2B20-8659-16E43CF0D099}"/>
          </ac:spMkLst>
        </pc:spChg>
        <pc:spChg chg="mod">
          <ac:chgData name="박 신영" userId="dc4b2b3c9ac3a666" providerId="LiveId" clId="{4AAAEB7C-E14D-4D96-8835-21457CE7D0A5}" dt="2022-08-25T16:23:14.659" v="5854" actId="571"/>
          <ac:spMkLst>
            <pc:docMk/>
            <pc:sldMk cId="2159795392" sldId="480"/>
            <ac:spMk id="37" creationId="{4EE0F666-6CE7-4D6E-B68E-093EF5BBFAFD}"/>
          </ac:spMkLst>
        </pc:spChg>
        <pc:spChg chg="mod">
          <ac:chgData name="박 신영" userId="dc4b2b3c9ac3a666" providerId="LiveId" clId="{4AAAEB7C-E14D-4D96-8835-21457CE7D0A5}" dt="2022-08-25T16:23:14.659" v="5854" actId="571"/>
          <ac:spMkLst>
            <pc:docMk/>
            <pc:sldMk cId="2159795392" sldId="480"/>
            <ac:spMk id="39" creationId="{5340F2A9-E4C3-30D5-F625-9FCB25631CD9}"/>
          </ac:spMkLst>
        </pc:spChg>
        <pc:spChg chg="mod">
          <ac:chgData name="박 신영" userId="dc4b2b3c9ac3a666" providerId="LiveId" clId="{4AAAEB7C-E14D-4D96-8835-21457CE7D0A5}" dt="2022-08-25T16:23:14.659" v="5854" actId="571"/>
          <ac:spMkLst>
            <pc:docMk/>
            <pc:sldMk cId="2159795392" sldId="480"/>
            <ac:spMk id="40" creationId="{EB9B32EC-93C8-DC7E-2555-018BF78AD2B5}"/>
          </ac:spMkLst>
        </pc:spChg>
        <pc:spChg chg="mod">
          <ac:chgData name="박 신영" userId="dc4b2b3c9ac3a666" providerId="LiveId" clId="{4AAAEB7C-E14D-4D96-8835-21457CE7D0A5}" dt="2022-08-25T16:23:14.659" v="5854" actId="571"/>
          <ac:spMkLst>
            <pc:docMk/>
            <pc:sldMk cId="2159795392" sldId="480"/>
            <ac:spMk id="42" creationId="{908CFA64-AE92-C7C5-9B88-B91E9F045F85}"/>
          </ac:spMkLst>
        </pc:spChg>
        <pc:spChg chg="mod">
          <ac:chgData name="박 신영" userId="dc4b2b3c9ac3a666" providerId="LiveId" clId="{4AAAEB7C-E14D-4D96-8835-21457CE7D0A5}" dt="2022-08-25T16:23:14.659" v="5854" actId="571"/>
          <ac:spMkLst>
            <pc:docMk/>
            <pc:sldMk cId="2159795392" sldId="480"/>
            <ac:spMk id="43" creationId="{5619D1A2-5670-8C80-BC5A-D711F9D5FDDB}"/>
          </ac:spMkLst>
        </pc:spChg>
        <pc:spChg chg="mod">
          <ac:chgData name="박 신영" userId="dc4b2b3c9ac3a666" providerId="LiveId" clId="{4AAAEB7C-E14D-4D96-8835-21457CE7D0A5}" dt="2022-08-25T16:23:23.523" v="5857" actId="571"/>
          <ac:spMkLst>
            <pc:docMk/>
            <pc:sldMk cId="2159795392" sldId="480"/>
            <ac:spMk id="45" creationId="{FE56C429-9F2B-9C27-C345-51EF39705A7C}"/>
          </ac:spMkLst>
        </pc:spChg>
        <pc:spChg chg="mod">
          <ac:chgData name="박 신영" userId="dc4b2b3c9ac3a666" providerId="LiveId" clId="{4AAAEB7C-E14D-4D96-8835-21457CE7D0A5}" dt="2022-08-25T16:23:23.523" v="5857" actId="571"/>
          <ac:spMkLst>
            <pc:docMk/>
            <pc:sldMk cId="2159795392" sldId="480"/>
            <ac:spMk id="46" creationId="{09E98F34-A353-9C40-D015-B73A06E23B0A}"/>
          </ac:spMkLst>
        </pc:spChg>
        <pc:spChg chg="add mod">
          <ac:chgData name="박 신영" userId="dc4b2b3c9ac3a666" providerId="LiveId" clId="{4AAAEB7C-E14D-4D96-8835-21457CE7D0A5}" dt="2022-08-25T16:23:50.217" v="5862" actId="571"/>
          <ac:spMkLst>
            <pc:docMk/>
            <pc:sldMk cId="2159795392" sldId="480"/>
            <ac:spMk id="47" creationId="{A31988EC-13AF-7FED-1703-09DBFF12D1D9}"/>
          </ac:spMkLst>
        </pc:spChg>
        <pc:spChg chg="add mod">
          <ac:chgData name="박 신영" userId="dc4b2b3c9ac3a666" providerId="LiveId" clId="{4AAAEB7C-E14D-4D96-8835-21457CE7D0A5}" dt="2022-08-25T16:23:56.195" v="5864" actId="1076"/>
          <ac:spMkLst>
            <pc:docMk/>
            <pc:sldMk cId="2159795392" sldId="480"/>
            <ac:spMk id="48" creationId="{5BA8DC14-1B21-64C4-FDDC-4AAD9015D171}"/>
          </ac:spMkLst>
        </pc:spChg>
        <pc:spChg chg="add mod">
          <ac:chgData name="박 신영" userId="dc4b2b3c9ac3a666" providerId="LiveId" clId="{4AAAEB7C-E14D-4D96-8835-21457CE7D0A5}" dt="2022-08-25T16:24:18.192" v="5881"/>
          <ac:spMkLst>
            <pc:docMk/>
            <pc:sldMk cId="2159795392" sldId="480"/>
            <ac:spMk id="49" creationId="{C04F7E71-84F9-DFF6-67E0-A03C6DAEF958}"/>
          </ac:spMkLst>
        </pc:spChg>
        <pc:spChg chg="add mod">
          <ac:chgData name="박 신영" userId="dc4b2b3c9ac3a666" providerId="LiveId" clId="{4AAAEB7C-E14D-4D96-8835-21457CE7D0A5}" dt="2022-08-25T16:26:00.011" v="5889" actId="6549"/>
          <ac:spMkLst>
            <pc:docMk/>
            <pc:sldMk cId="2159795392" sldId="480"/>
            <ac:spMk id="50" creationId="{594AC1EF-931F-717A-A0C3-9594C054B723}"/>
          </ac:spMkLst>
        </pc:spChg>
        <pc:spChg chg="add del mod">
          <ac:chgData name="박 신영" userId="dc4b2b3c9ac3a666" providerId="LiveId" clId="{4AAAEB7C-E14D-4D96-8835-21457CE7D0A5}" dt="2022-08-25T16:25:51.961" v="5886" actId="478"/>
          <ac:spMkLst>
            <pc:docMk/>
            <pc:sldMk cId="2159795392" sldId="480"/>
            <ac:spMk id="51" creationId="{D01BE2B5-E0C9-809B-A8A3-0F059CC3600E}"/>
          </ac:spMkLst>
        </pc:spChg>
        <pc:spChg chg="add del mod">
          <ac:chgData name="박 신영" userId="dc4b2b3c9ac3a666" providerId="LiveId" clId="{4AAAEB7C-E14D-4D96-8835-21457CE7D0A5}" dt="2022-08-25T16:25:51.961" v="5886" actId="478"/>
          <ac:spMkLst>
            <pc:docMk/>
            <pc:sldMk cId="2159795392" sldId="480"/>
            <ac:spMk id="52" creationId="{99C007C4-FD44-1D1D-95F7-D55BBE844254}"/>
          </ac:spMkLst>
        </pc:spChg>
        <pc:spChg chg="add del mod">
          <ac:chgData name="박 신영" userId="dc4b2b3c9ac3a666" providerId="LiveId" clId="{4AAAEB7C-E14D-4D96-8835-21457CE7D0A5}" dt="2022-08-25T16:25:51.961" v="5886" actId="478"/>
          <ac:spMkLst>
            <pc:docMk/>
            <pc:sldMk cId="2159795392" sldId="480"/>
            <ac:spMk id="53" creationId="{97D0B3F5-FAF2-5ECA-4CD7-C949EE2AB414}"/>
          </ac:spMkLst>
        </pc:spChg>
        <pc:spChg chg="add del mod">
          <ac:chgData name="박 신영" userId="dc4b2b3c9ac3a666" providerId="LiveId" clId="{4AAAEB7C-E14D-4D96-8835-21457CE7D0A5}" dt="2022-08-25T16:25:49.715" v="5885" actId="478"/>
          <ac:spMkLst>
            <pc:docMk/>
            <pc:sldMk cId="2159795392" sldId="480"/>
            <ac:spMk id="54" creationId="{64FE54C0-480A-C67A-25DF-0A064188E5A2}"/>
          </ac:spMkLst>
        </pc:spChg>
        <pc:spChg chg="add del mod">
          <ac:chgData name="박 신영" userId="dc4b2b3c9ac3a666" providerId="LiveId" clId="{4AAAEB7C-E14D-4D96-8835-21457CE7D0A5}" dt="2022-08-25T16:25:47.258" v="5884" actId="478"/>
          <ac:spMkLst>
            <pc:docMk/>
            <pc:sldMk cId="2159795392" sldId="480"/>
            <ac:spMk id="55" creationId="{17579F80-4295-DDCB-07A9-C59D3C180229}"/>
          </ac:spMkLst>
        </pc:spChg>
        <pc:spChg chg="add del mod">
          <ac:chgData name="박 신영" userId="dc4b2b3c9ac3a666" providerId="LiveId" clId="{4AAAEB7C-E14D-4D96-8835-21457CE7D0A5}" dt="2022-08-25T16:25:47.258" v="5884" actId="478"/>
          <ac:spMkLst>
            <pc:docMk/>
            <pc:sldMk cId="2159795392" sldId="480"/>
            <ac:spMk id="56" creationId="{0C726015-BC77-76F8-A4F9-1BF032DCED7D}"/>
          </ac:spMkLst>
        </pc:spChg>
        <pc:spChg chg="add del mod">
          <ac:chgData name="박 신영" userId="dc4b2b3c9ac3a666" providerId="LiveId" clId="{4AAAEB7C-E14D-4D96-8835-21457CE7D0A5}" dt="2022-08-25T16:25:47.258" v="5884" actId="478"/>
          <ac:spMkLst>
            <pc:docMk/>
            <pc:sldMk cId="2159795392" sldId="480"/>
            <ac:spMk id="57" creationId="{9409EC43-9921-E239-EC01-6E4A8F26A57C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59" creationId="{5079F12C-04A1-DEAC-F57A-260611ADBC2A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60" creationId="{E84FEBAE-7A2C-082C-2D80-DA7DDB293997}"/>
          </ac:spMkLst>
        </pc:spChg>
        <pc:spChg chg="add del mod">
          <ac:chgData name="박 신영" userId="dc4b2b3c9ac3a666" providerId="LiveId" clId="{4AAAEB7C-E14D-4D96-8835-21457CE7D0A5}" dt="2022-08-25T16:25:47.258" v="5884" actId="478"/>
          <ac:spMkLst>
            <pc:docMk/>
            <pc:sldMk cId="2159795392" sldId="480"/>
            <ac:spMk id="61" creationId="{F6C750CA-0E3C-CF19-32EF-DECCFB9F4EBE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63" creationId="{ACBA8D2E-B015-5DD6-54D2-8495397ACFA8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64" creationId="{280D5DD5-0985-015A-95C0-AA18FEC502E0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66" creationId="{A5BFD0D6-3E45-B6D5-F16F-3A288CCEBD7E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67" creationId="{5F2B8E68-F45B-56F9-0B4C-EA0E8910A4A2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69" creationId="{F50BB8E2-F2FB-8DEB-BE2D-F0153435E1A9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70" creationId="{B5CA5091-12BE-2A29-810E-7FAE0DFB2DF2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72" creationId="{63F8F4EF-07F4-16D3-86A5-F92D37F04B90}"/>
          </ac:spMkLst>
        </pc:spChg>
        <pc:spChg chg="mod">
          <ac:chgData name="박 신영" userId="dc4b2b3c9ac3a666" providerId="LiveId" clId="{4AAAEB7C-E14D-4D96-8835-21457CE7D0A5}" dt="2022-08-25T16:24:09.785" v="5872" actId="571"/>
          <ac:spMkLst>
            <pc:docMk/>
            <pc:sldMk cId="2159795392" sldId="480"/>
            <ac:spMk id="73" creationId="{E53CCBF1-6869-42B0-2EC5-7E1542E62B84}"/>
          </ac:spMkLst>
        </pc:spChg>
        <pc:spChg chg="add del mod">
          <ac:chgData name="박 신영" userId="dc4b2b3c9ac3a666" providerId="LiveId" clId="{4AAAEB7C-E14D-4D96-8835-21457CE7D0A5}" dt="2022-08-25T16:25:47.258" v="5884" actId="478"/>
          <ac:spMkLst>
            <pc:docMk/>
            <pc:sldMk cId="2159795392" sldId="480"/>
            <ac:spMk id="74" creationId="{21527865-1451-8523-1713-4D774D6AEE5A}"/>
          </ac:spMkLst>
        </pc:spChg>
        <pc:spChg chg="add del mod">
          <ac:chgData name="박 신영" userId="dc4b2b3c9ac3a666" providerId="LiveId" clId="{4AAAEB7C-E14D-4D96-8835-21457CE7D0A5}" dt="2022-08-25T16:25:47.258" v="5884" actId="478"/>
          <ac:spMkLst>
            <pc:docMk/>
            <pc:sldMk cId="2159795392" sldId="480"/>
            <ac:spMk id="75" creationId="{DC209165-7313-658F-54DD-CA6A4C307A73}"/>
          </ac:spMkLst>
        </pc:spChg>
        <pc:spChg chg="add mod">
          <ac:chgData name="박 신영" userId="dc4b2b3c9ac3a666" providerId="LiveId" clId="{4AAAEB7C-E14D-4D96-8835-21457CE7D0A5}" dt="2022-08-25T16:26:18.429" v="5894" actId="571"/>
          <ac:spMkLst>
            <pc:docMk/>
            <pc:sldMk cId="2159795392" sldId="480"/>
            <ac:spMk id="76" creationId="{0DF57821-94C6-EE05-2B11-7C5F918FB0A5}"/>
          </ac:spMkLst>
        </pc:spChg>
        <pc:spChg chg="add mod">
          <ac:chgData name="박 신영" userId="dc4b2b3c9ac3a666" providerId="LiveId" clId="{4AAAEB7C-E14D-4D96-8835-21457CE7D0A5}" dt="2022-08-25T16:26:49.474" v="5904" actId="1076"/>
          <ac:spMkLst>
            <pc:docMk/>
            <pc:sldMk cId="2159795392" sldId="480"/>
            <ac:spMk id="77" creationId="{BEBF4CBB-B91E-D507-FA1F-88B60953AECA}"/>
          </ac:spMkLst>
        </pc:spChg>
        <pc:spChg chg="add mod">
          <ac:chgData name="박 신영" userId="dc4b2b3c9ac3a666" providerId="LiveId" clId="{4AAAEB7C-E14D-4D96-8835-21457CE7D0A5}" dt="2022-08-25T16:27:28.688" v="5920" actId="1076"/>
          <ac:spMkLst>
            <pc:docMk/>
            <pc:sldMk cId="2159795392" sldId="480"/>
            <ac:spMk id="78" creationId="{98325D9D-360C-6431-7C28-30E8C4367CD6}"/>
          </ac:spMkLst>
        </pc:spChg>
        <pc:spChg chg="add mod">
          <ac:chgData name="박 신영" userId="dc4b2b3c9ac3a666" providerId="LiveId" clId="{4AAAEB7C-E14D-4D96-8835-21457CE7D0A5}" dt="2022-08-25T16:27:37.880" v="5927" actId="20577"/>
          <ac:spMkLst>
            <pc:docMk/>
            <pc:sldMk cId="2159795392" sldId="480"/>
            <ac:spMk id="79" creationId="{3E0B91F0-C5FA-611B-179E-5EF3D0461808}"/>
          </ac:spMkLst>
        </pc:spChg>
        <pc:spChg chg="add mod">
          <ac:chgData name="박 신영" userId="dc4b2b3c9ac3a666" providerId="LiveId" clId="{4AAAEB7C-E14D-4D96-8835-21457CE7D0A5}" dt="2022-08-25T16:27:50.169" v="5930" actId="1076"/>
          <ac:spMkLst>
            <pc:docMk/>
            <pc:sldMk cId="2159795392" sldId="480"/>
            <ac:spMk id="80" creationId="{6F4D2B6B-3743-6A0C-2759-8F0C0FEA57E5}"/>
          </ac:spMkLst>
        </pc:spChg>
        <pc:grpChg chg="add mod ord">
          <ac:chgData name="박 신영" userId="dc4b2b3c9ac3a666" providerId="LiveId" clId="{4AAAEB7C-E14D-4D96-8835-21457CE7D0A5}" dt="2022-08-25T16:22:56.351" v="5850" actId="1076"/>
          <ac:grpSpMkLst>
            <pc:docMk/>
            <pc:sldMk cId="2159795392" sldId="480"/>
            <ac:grpSpMk id="15" creationId="{F22F5993-BBC1-6D37-6551-F1F618EF2CBE}"/>
          </ac:grpSpMkLst>
        </pc:grpChg>
        <pc:grpChg chg="add del mod">
          <ac:chgData name="박 신영" userId="dc4b2b3c9ac3a666" providerId="LiveId" clId="{4AAAEB7C-E14D-4D96-8835-21457CE7D0A5}" dt="2022-08-25T16:21:24.444" v="5792" actId="165"/>
          <ac:grpSpMkLst>
            <pc:docMk/>
            <pc:sldMk cId="2159795392" sldId="480"/>
            <ac:grpSpMk id="23" creationId="{275C1F43-0DF4-C788-3075-9D1B33DADB83}"/>
          </ac:grpSpMkLst>
        </pc:grpChg>
        <pc:grpChg chg="add del mod">
          <ac:chgData name="박 신영" userId="dc4b2b3c9ac3a666" providerId="LiveId" clId="{4AAAEB7C-E14D-4D96-8835-21457CE7D0A5}" dt="2022-08-25T16:21:21.899" v="5791" actId="165"/>
          <ac:grpSpMkLst>
            <pc:docMk/>
            <pc:sldMk cId="2159795392" sldId="480"/>
            <ac:grpSpMk id="24" creationId="{A7B32527-485E-E752-BC7F-570783C3D62E}"/>
          </ac:grpSpMkLst>
        </pc:grpChg>
        <pc:grpChg chg="add mod">
          <ac:chgData name="박 신영" userId="dc4b2b3c9ac3a666" providerId="LiveId" clId="{4AAAEB7C-E14D-4D96-8835-21457CE7D0A5}" dt="2022-08-25T16:23:08.178" v="5853" actId="1076"/>
          <ac:grpSpMkLst>
            <pc:docMk/>
            <pc:sldMk cId="2159795392" sldId="480"/>
            <ac:grpSpMk id="29" creationId="{083ABEC4-6AEE-982C-D02E-FA33ABDD2DB7}"/>
          </ac:grpSpMkLst>
        </pc:grpChg>
        <pc:grpChg chg="add mod">
          <ac:chgData name="박 신영" userId="dc4b2b3c9ac3a666" providerId="LiveId" clId="{4AAAEB7C-E14D-4D96-8835-21457CE7D0A5}" dt="2022-08-25T16:23:03.218" v="5852" actId="571"/>
          <ac:grpSpMkLst>
            <pc:docMk/>
            <pc:sldMk cId="2159795392" sldId="480"/>
            <ac:grpSpMk id="32" creationId="{14ED6649-8F0D-7542-B827-4F09554FBFD4}"/>
          </ac:grpSpMkLst>
        </pc:grpChg>
        <pc:grpChg chg="add mod">
          <ac:chgData name="박 신영" userId="dc4b2b3c9ac3a666" providerId="LiveId" clId="{4AAAEB7C-E14D-4D96-8835-21457CE7D0A5}" dt="2022-08-25T16:23:14.659" v="5854" actId="571"/>
          <ac:grpSpMkLst>
            <pc:docMk/>
            <pc:sldMk cId="2159795392" sldId="480"/>
            <ac:grpSpMk id="35" creationId="{A7B01E59-F05C-0144-7C33-5AE8FC67B7AB}"/>
          </ac:grpSpMkLst>
        </pc:grpChg>
        <pc:grpChg chg="add del mod">
          <ac:chgData name="박 신영" userId="dc4b2b3c9ac3a666" providerId="LiveId" clId="{4AAAEB7C-E14D-4D96-8835-21457CE7D0A5}" dt="2022-08-25T16:23:26.237" v="5859" actId="478"/>
          <ac:grpSpMkLst>
            <pc:docMk/>
            <pc:sldMk cId="2159795392" sldId="480"/>
            <ac:grpSpMk id="38" creationId="{642AEFDA-5BD0-F98C-8E14-6D6019FF9176}"/>
          </ac:grpSpMkLst>
        </pc:grpChg>
        <pc:grpChg chg="add del mod">
          <ac:chgData name="박 신영" userId="dc4b2b3c9ac3a666" providerId="LiveId" clId="{4AAAEB7C-E14D-4D96-8835-21457CE7D0A5}" dt="2022-08-25T16:23:26.237" v="5859" actId="478"/>
          <ac:grpSpMkLst>
            <pc:docMk/>
            <pc:sldMk cId="2159795392" sldId="480"/>
            <ac:grpSpMk id="41" creationId="{146A3B7B-A7F1-C09C-CAF4-968A7EEFB25E}"/>
          </ac:grpSpMkLst>
        </pc:grpChg>
        <pc:grpChg chg="add mod">
          <ac:chgData name="박 신영" userId="dc4b2b3c9ac3a666" providerId="LiveId" clId="{4AAAEB7C-E14D-4D96-8835-21457CE7D0A5}" dt="2022-08-25T16:23:23.523" v="5857" actId="571"/>
          <ac:grpSpMkLst>
            <pc:docMk/>
            <pc:sldMk cId="2159795392" sldId="480"/>
            <ac:grpSpMk id="44" creationId="{DCE9905C-E826-A5DB-2870-906641014950}"/>
          </ac:grpSpMkLst>
        </pc:grpChg>
        <pc:grpChg chg="add del mod">
          <ac:chgData name="박 신영" userId="dc4b2b3c9ac3a666" providerId="LiveId" clId="{4AAAEB7C-E14D-4D96-8835-21457CE7D0A5}" dt="2022-08-25T16:25:51.961" v="5886" actId="478"/>
          <ac:grpSpMkLst>
            <pc:docMk/>
            <pc:sldMk cId="2159795392" sldId="480"/>
            <ac:grpSpMk id="58" creationId="{0160C9A6-BBD8-82D5-FA8A-FABF32468DEF}"/>
          </ac:grpSpMkLst>
        </pc:grpChg>
        <pc:grpChg chg="add del mod">
          <ac:chgData name="박 신영" userId="dc4b2b3c9ac3a666" providerId="LiveId" clId="{4AAAEB7C-E14D-4D96-8835-21457CE7D0A5}" dt="2022-08-25T16:25:51.961" v="5886" actId="478"/>
          <ac:grpSpMkLst>
            <pc:docMk/>
            <pc:sldMk cId="2159795392" sldId="480"/>
            <ac:grpSpMk id="62" creationId="{2E31F6F7-BD32-DC90-4207-15116F0C9D32}"/>
          </ac:grpSpMkLst>
        </pc:grpChg>
        <pc:grpChg chg="add del mod">
          <ac:chgData name="박 신영" userId="dc4b2b3c9ac3a666" providerId="LiveId" clId="{4AAAEB7C-E14D-4D96-8835-21457CE7D0A5}" dt="2022-08-25T16:25:51.961" v="5886" actId="478"/>
          <ac:grpSpMkLst>
            <pc:docMk/>
            <pc:sldMk cId="2159795392" sldId="480"/>
            <ac:grpSpMk id="65" creationId="{9B796209-A83F-4C09-5B76-238FE29909E2}"/>
          </ac:grpSpMkLst>
        </pc:grpChg>
        <pc:grpChg chg="add del mod">
          <ac:chgData name="박 신영" userId="dc4b2b3c9ac3a666" providerId="LiveId" clId="{4AAAEB7C-E14D-4D96-8835-21457CE7D0A5}" dt="2022-08-25T16:25:47.258" v="5884" actId="478"/>
          <ac:grpSpMkLst>
            <pc:docMk/>
            <pc:sldMk cId="2159795392" sldId="480"/>
            <ac:grpSpMk id="68" creationId="{B087BA27-5219-FF5B-B395-0250DD44FF99}"/>
          </ac:grpSpMkLst>
        </pc:grpChg>
        <pc:grpChg chg="add del mod">
          <ac:chgData name="박 신영" userId="dc4b2b3c9ac3a666" providerId="LiveId" clId="{4AAAEB7C-E14D-4D96-8835-21457CE7D0A5}" dt="2022-08-25T16:25:47.258" v="5884" actId="478"/>
          <ac:grpSpMkLst>
            <pc:docMk/>
            <pc:sldMk cId="2159795392" sldId="480"/>
            <ac:grpSpMk id="71" creationId="{051F2B13-257D-1F7A-A360-7BD100C773B7}"/>
          </ac:grpSpMkLst>
        </pc:grpChg>
        <pc:graphicFrameChg chg="add mod">
          <ac:chgData name="박 신영" userId="dc4b2b3c9ac3a666" providerId="LiveId" clId="{4AAAEB7C-E14D-4D96-8835-21457CE7D0A5}" dt="2022-08-25T16:15:26.894" v="5686"/>
          <ac:graphicFrameMkLst>
            <pc:docMk/>
            <pc:sldMk cId="2159795392" sldId="480"/>
            <ac:graphicFrameMk id="9" creationId="{B356C0EC-F7B0-3CCC-526A-A880B1F81702}"/>
          </ac:graphicFrameMkLst>
        </pc:graphicFrameChg>
        <pc:cxnChg chg="add mod">
          <ac:chgData name="박 신영" userId="dc4b2b3c9ac3a666" providerId="LiveId" clId="{4AAAEB7C-E14D-4D96-8835-21457CE7D0A5}" dt="2022-08-25T16:17:35.547" v="5739" actId="14100"/>
          <ac:cxnSpMkLst>
            <pc:docMk/>
            <pc:sldMk cId="2159795392" sldId="480"/>
            <ac:cxnSpMk id="16" creationId="{343825C7-C59D-DA7A-3EEC-95D6E41206A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B42D1D-C6F6-4F8F-96BC-509E3BCAA21F}" type="datetimeFigureOut">
              <a:rPr lang="ko-KR" altLang="en-US" smtClean="0"/>
              <a:t>2023-04-14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8723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1600"/>
            <a:ext cx="2945659" cy="498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141DA-7C01-4345-891E-A34851912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55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14562C-556D-48F4-BA2F-F285FFA75A8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289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342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096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548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312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609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411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236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926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210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558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124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237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582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556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435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944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432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1153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1753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3338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7817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6800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6729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919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9950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0230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8651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4063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62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678072" y="2142067"/>
            <a:ext cx="8675728" cy="712444"/>
          </a:xfrm>
        </p:spPr>
        <p:txBody>
          <a:bodyPr>
            <a:normAutofit/>
          </a:bodyPr>
          <a:lstStyle>
            <a:lvl1pPr algn="r">
              <a:defRPr sz="3800" b="0"/>
            </a:lvl1pPr>
          </a:lstStyle>
          <a:p>
            <a:r>
              <a:rPr lang="ko-KR" altLang="en-US" dirty="0" err="1"/>
              <a:t>문서명</a:t>
            </a:r>
            <a:endParaRPr lang="ko-KR" altLang="en-US" dirty="0"/>
          </a:p>
        </p:txBody>
      </p:sp>
      <p:sp>
        <p:nvSpPr>
          <p:cNvPr id="10" name="제목 1"/>
          <p:cNvSpPr txBox="1">
            <a:spLocks/>
          </p:cNvSpPr>
          <p:nvPr userDrawn="1"/>
        </p:nvSpPr>
        <p:spPr>
          <a:xfrm>
            <a:off x="7560646" y="789755"/>
            <a:ext cx="3750393" cy="439740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625" b="0" dirty="0"/>
              <a:t>기업금융 비대면 채널 개선 사업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165" y="5899318"/>
            <a:ext cx="1448034" cy="323681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937846" y="2948006"/>
            <a:ext cx="10274625" cy="159261"/>
            <a:chOff x="691423" y="2948006"/>
            <a:chExt cx="8533539" cy="0"/>
          </a:xfrm>
        </p:grpSpPr>
        <p:sp>
          <p:nvSpPr>
            <p:cNvPr id="14" name="Line 23"/>
            <p:cNvSpPr>
              <a:spLocks noChangeShapeType="1"/>
            </p:cNvSpPr>
            <p:nvPr userDrawn="1"/>
          </p:nvSpPr>
          <p:spPr bwMode="auto">
            <a:xfrm>
              <a:off x="691423" y="2948006"/>
              <a:ext cx="669447" cy="0"/>
            </a:xfrm>
            <a:prstGeom prst="lin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wrap="none" lIns="38856" tIns="38856" rIns="38856" bIns="38856" anchor="ctr"/>
            <a:lstStyle/>
            <a:p>
              <a:pPr>
                <a:lnSpc>
                  <a:spcPct val="90000"/>
                </a:lnSpc>
                <a:buClr>
                  <a:srgbClr val="7D0900"/>
                </a:buClr>
                <a:defRPr/>
              </a:pPr>
              <a:endParaRPr lang="ko-KR" altLang="en-US" sz="1727">
                <a:solidFill>
                  <a:srgbClr val="646464"/>
                </a:solidFill>
                <a:latin typeface="맑은 고딕"/>
              </a:endParaRPr>
            </a:p>
          </p:txBody>
        </p:sp>
        <p:sp>
          <p:nvSpPr>
            <p:cNvPr id="15" name="Line 23"/>
            <p:cNvSpPr>
              <a:spLocks noChangeShapeType="1"/>
            </p:cNvSpPr>
            <p:nvPr userDrawn="1"/>
          </p:nvSpPr>
          <p:spPr bwMode="auto">
            <a:xfrm>
              <a:off x="1360868" y="2948006"/>
              <a:ext cx="7864094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/>
            </a:ln>
            <a:effectLst/>
          </p:spPr>
          <p:txBody>
            <a:bodyPr wrap="none" lIns="38856" tIns="38856" rIns="38856" bIns="38856" anchor="ctr"/>
            <a:lstStyle/>
            <a:p>
              <a:pPr>
                <a:lnSpc>
                  <a:spcPct val="90000"/>
                </a:lnSpc>
                <a:buClr>
                  <a:srgbClr val="7D0900"/>
                </a:buClr>
                <a:defRPr/>
              </a:pPr>
              <a:endParaRPr lang="ko-KR" altLang="en-US" sz="1727">
                <a:solidFill>
                  <a:srgbClr val="646464"/>
                </a:solidFill>
                <a:latin typeface="맑은 고딕"/>
              </a:endParaRPr>
            </a:p>
          </p:txBody>
        </p:sp>
      </p:grp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84" y="801735"/>
            <a:ext cx="2186188" cy="32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7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422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3"/>
          <p:cNvSpPr>
            <a:spLocks noChangeShapeType="1"/>
          </p:cNvSpPr>
          <p:nvPr userDrawn="1"/>
        </p:nvSpPr>
        <p:spPr bwMode="auto">
          <a:xfrm>
            <a:off x="173256" y="400964"/>
            <a:ext cx="12018744" cy="0"/>
          </a:xfrm>
          <a:prstGeom prst="line">
            <a:avLst/>
          </a:prstGeom>
          <a:noFill/>
          <a:ln w="12700">
            <a:solidFill>
              <a:srgbClr val="0070C0"/>
            </a:solidFill>
            <a:round/>
            <a:headEnd/>
            <a:tailEnd/>
          </a:ln>
          <a:effectLst/>
        </p:spPr>
        <p:txBody>
          <a:bodyPr wrap="none" lIns="38856" tIns="38856" rIns="38856" bIns="38856" anchor="ctr"/>
          <a:lstStyle/>
          <a:p>
            <a:pPr>
              <a:lnSpc>
                <a:spcPct val="90000"/>
              </a:lnSpc>
              <a:buClr>
                <a:srgbClr val="7D0900"/>
              </a:buClr>
              <a:defRPr/>
            </a:pPr>
            <a:endParaRPr lang="ko-KR" altLang="en-US" sz="1727">
              <a:solidFill>
                <a:srgbClr val="646464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84749" y="185520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5065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3"/>
          <p:cNvSpPr>
            <a:spLocks noChangeShapeType="1"/>
          </p:cNvSpPr>
          <p:nvPr userDrawn="1"/>
        </p:nvSpPr>
        <p:spPr bwMode="auto">
          <a:xfrm>
            <a:off x="2502568" y="2701402"/>
            <a:ext cx="9689432" cy="0"/>
          </a:xfrm>
          <a:prstGeom prst="line">
            <a:avLst/>
          </a:prstGeom>
          <a:noFill/>
          <a:ln w="12700">
            <a:solidFill>
              <a:srgbClr val="0070C0"/>
            </a:solidFill>
            <a:round/>
            <a:headEnd/>
            <a:tailEnd/>
          </a:ln>
          <a:effectLst/>
        </p:spPr>
        <p:txBody>
          <a:bodyPr wrap="none" lIns="38856" tIns="38856" rIns="38856" bIns="38856" anchor="ctr"/>
          <a:lstStyle/>
          <a:p>
            <a:pPr>
              <a:lnSpc>
                <a:spcPct val="90000"/>
              </a:lnSpc>
              <a:buClr>
                <a:srgbClr val="7D0900"/>
              </a:buClr>
              <a:defRPr/>
            </a:pPr>
            <a:endParaRPr lang="ko-KR" altLang="en-US" sz="1727">
              <a:solidFill>
                <a:srgbClr val="646464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84749" y="185520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850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0830058"/>
              </p:ext>
            </p:extLst>
          </p:nvPr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>
          <a:xfrm>
            <a:off x="18705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195102" y="916926"/>
            <a:ext cx="32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073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3918678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436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022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187056" y="551007"/>
            <a:ext cx="3240000" cy="58307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7361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723867"/>
            <a:ext cx="7951928" cy="56934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51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723867"/>
            <a:ext cx="7951928" cy="56934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3651104" y="6456593"/>
            <a:ext cx="1146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>
                <a:latin typeface="Spoqa Han Sans Neo Bold" panose="020B0800000000000000" pitchFamily="50" charset="-127"/>
                <a:ea typeface="Spoqa Han Sans Neo Bold" panose="020B0800000000000000" pitchFamily="50" charset="-127"/>
                <a:cs typeface="Pretendard" panose="02000503000000020004" pitchFamily="2" charset="-127"/>
              </a:rPr>
              <a:t>▽   </a:t>
            </a:r>
            <a:r>
              <a:rPr lang="ko-KR" altLang="en-US" sz="1000" spc="-150" dirty="0" err="1">
                <a:latin typeface="Spoqa Han Sans Neo Bold" panose="020B0800000000000000" pitchFamily="50" charset="-127"/>
                <a:ea typeface="Spoqa Han Sans Neo Bold" panose="020B0800000000000000" pitchFamily="50" charset="-127"/>
                <a:cs typeface="Pretendard" panose="02000503000000020004" pitchFamily="2" charset="-127"/>
              </a:rPr>
              <a:t>다음장에서</a:t>
            </a:r>
            <a:r>
              <a:rPr lang="ko-KR" altLang="en-US" sz="1000" spc="-150" dirty="0">
                <a:latin typeface="Spoqa Han Sans Neo Bold" panose="020B0800000000000000" pitchFamily="50" charset="-127"/>
                <a:ea typeface="Spoqa Han Sans Neo Bold" panose="020B0800000000000000" pitchFamily="50" charset="-127"/>
                <a:cs typeface="Pretendard" panose="02000503000000020004" pitchFamily="2" charset="-127"/>
              </a:rPr>
              <a:t> 계속 ▽</a:t>
            </a:r>
          </a:p>
        </p:txBody>
      </p:sp>
    </p:spTree>
    <p:extLst>
      <p:ext uri="{BB962C8B-B14F-4D97-AF65-F5344CB8AC3E}">
        <p14:creationId xmlns:p14="http://schemas.microsoft.com/office/powerpoint/2010/main" val="3976125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205432" y="747164"/>
            <a:ext cx="9451098" cy="56934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5559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723867"/>
            <a:ext cx="7951928" cy="5693410"/>
          </a:xfrm>
          <a:prstGeom prst="rect">
            <a:avLst/>
          </a:prstGeom>
          <a:solidFill>
            <a:schemeClr val="tx1">
              <a:lumMod val="75000"/>
              <a:lumOff val="25000"/>
              <a:alpha val="3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2032815" y="1048882"/>
            <a:ext cx="4260411" cy="504338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Freeform 11"/>
          <p:cNvSpPr>
            <a:spLocks noChangeArrowheads="1"/>
          </p:cNvSpPr>
          <p:nvPr userDrawn="1"/>
        </p:nvSpPr>
        <p:spPr bwMode="auto">
          <a:xfrm>
            <a:off x="6096000" y="112474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34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723867"/>
            <a:ext cx="7951928" cy="5693410"/>
          </a:xfrm>
          <a:prstGeom prst="rect">
            <a:avLst/>
          </a:prstGeom>
          <a:solidFill>
            <a:schemeClr val="tx1">
              <a:lumMod val="75000"/>
              <a:lumOff val="25000"/>
              <a:alpha val="3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562620" y="1048882"/>
            <a:ext cx="7200800" cy="504338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Freeform 11"/>
          <p:cNvSpPr>
            <a:spLocks noChangeArrowheads="1"/>
          </p:cNvSpPr>
          <p:nvPr userDrawn="1"/>
        </p:nvSpPr>
        <p:spPr bwMode="auto">
          <a:xfrm>
            <a:off x="7536160" y="112474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791983" y="1540865"/>
            <a:ext cx="664440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087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723867"/>
            <a:ext cx="7951928" cy="56934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651104" y="438330"/>
            <a:ext cx="1146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latin typeface="Spoqa Han Sans Neo Bold" panose="020B0800000000000000" pitchFamily="50" charset="-127"/>
                <a:ea typeface="Spoqa Han Sans Neo Bold" panose="020B0800000000000000" pitchFamily="50" charset="-127"/>
                <a:cs typeface="Pretendard" panose="02000503000000020004" pitchFamily="2" charset="-127"/>
              </a:rPr>
              <a:t>△  </a:t>
            </a:r>
            <a:r>
              <a:rPr lang="ko-KR" altLang="en-US" sz="1000" spc="-150" dirty="0" err="1">
                <a:latin typeface="Spoqa Han Sans Neo Bold" panose="020B0800000000000000" pitchFamily="50" charset="-127"/>
                <a:ea typeface="Spoqa Han Sans Neo Bold" panose="020B0800000000000000" pitchFamily="50" charset="-127"/>
                <a:cs typeface="Pretendard" panose="02000503000000020004" pitchFamily="2" charset="-127"/>
              </a:rPr>
              <a:t>이전장에서</a:t>
            </a:r>
            <a:r>
              <a:rPr lang="ko-KR" altLang="en-US" sz="1000" spc="-150" dirty="0">
                <a:latin typeface="Spoqa Han Sans Neo Bold" panose="020B0800000000000000" pitchFamily="50" charset="-127"/>
                <a:ea typeface="Spoqa Han Sans Neo Bold" panose="020B0800000000000000" pitchFamily="50" charset="-127"/>
                <a:cs typeface="Pretendard" panose="02000503000000020004" pitchFamily="2" charset="-127"/>
              </a:rPr>
              <a:t> 계속  △</a:t>
            </a:r>
          </a:p>
        </p:txBody>
      </p:sp>
    </p:spTree>
    <p:extLst>
      <p:ext uri="{BB962C8B-B14F-4D97-AF65-F5344CB8AC3E}">
        <p14:creationId xmlns:p14="http://schemas.microsoft.com/office/powerpoint/2010/main" val="3595380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757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463B2-0CD1-4C76-9A17-1ADD4C87ACAB}" type="datetimeFigureOut">
              <a:rPr lang="ko-KR" altLang="en-US" smtClean="0"/>
              <a:t>2023-04-14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65001-A54E-46B6-9D30-C42662F19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33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8" r:id="rId4"/>
    <p:sldLayoutId id="2147483664" r:id="rId5"/>
    <p:sldLayoutId id="2147483665" r:id="rId6"/>
    <p:sldLayoutId id="2147483666" r:id="rId7"/>
    <p:sldLayoutId id="2147483667" r:id="rId8"/>
    <p:sldLayoutId id="2147483670" r:id="rId9"/>
    <p:sldLayoutId id="2147483672" r:id="rId10"/>
    <p:sldLayoutId id="2147483669" r:id="rId11"/>
    <p:sldLayoutId id="2147483674" r:id="rId12"/>
    <p:sldLayoutId id="2147483675" r:id="rId13"/>
    <p:sldLayoutId id="2147483671" r:id="rId14"/>
    <p:sldLayoutId id="2147483673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스토리보드 </a:t>
            </a:r>
            <a:r>
              <a:rPr lang="en-US" altLang="ko-KR" dirty="0"/>
              <a:t>(</a:t>
            </a:r>
            <a:r>
              <a:rPr lang="ko-KR" altLang="en-US" dirty="0"/>
              <a:t>사용자권한관리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7099563" y="3407436"/>
            <a:ext cx="4142216" cy="1069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ko-KR" sz="1600" dirty="0">
                <a:latin typeface="+mn-ea"/>
                <a:ea typeface="+mn-ea"/>
              </a:rPr>
              <a:t>BBSB-231</a:t>
            </a:r>
          </a:p>
          <a:p>
            <a:pPr>
              <a:spcAft>
                <a:spcPts val="600"/>
              </a:spcAft>
            </a:pPr>
            <a:r>
              <a:rPr lang="en-US" altLang="ko-KR" sz="1600" dirty="0" smtClean="0">
                <a:latin typeface="+mn-ea"/>
                <a:ea typeface="+mn-ea"/>
              </a:rPr>
              <a:t>V1.3</a:t>
            </a:r>
          </a:p>
          <a:p>
            <a:pPr>
              <a:spcAft>
                <a:spcPts val="600"/>
              </a:spcAft>
            </a:pPr>
            <a:r>
              <a:rPr lang="en-US" altLang="ko-KR" sz="1600" dirty="0" smtClean="0">
                <a:latin typeface="+mn-ea"/>
                <a:ea typeface="+mn-ea"/>
              </a:rPr>
              <a:t>2023-03-07</a:t>
            </a:r>
            <a:endParaRPr lang="en-US" altLang="ko-KR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060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/>
          <p:cNvSpPr txBox="1"/>
          <p:nvPr/>
        </p:nvSpPr>
        <p:spPr>
          <a:xfrm>
            <a:off x="697033" y="265470"/>
            <a:ext cx="10739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개정이력</a:t>
            </a:r>
            <a:endParaRPr lang="ko-KR" altLang="en-US" dirty="0"/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324023"/>
              </p:ext>
            </p:extLst>
          </p:nvPr>
        </p:nvGraphicFramePr>
        <p:xfrm>
          <a:off x="697033" y="692046"/>
          <a:ext cx="10798822" cy="364950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1150822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44400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</a:tblGrid>
              <a:tr h="2967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개정내역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개정자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902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0.1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2022-07-26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최초작성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박신영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0.2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2022-11-25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cs typeface="Segoe UI" panose="020B0502040204020203" pitchFamily="34" charset="0"/>
                        </a:rPr>
                        <a:t>스토리보드 </a:t>
                      </a:r>
                      <a:r>
                        <a:rPr lang="en-US" altLang="ko-KR" sz="800" b="0" dirty="0" smtClean="0">
                          <a:latin typeface="+mn-ea"/>
                          <a:cs typeface="Segoe UI" panose="020B0502040204020203" pitchFamily="34" charset="0"/>
                        </a:rPr>
                        <a:t>1</a:t>
                      </a:r>
                      <a:r>
                        <a:rPr lang="ko-KR" altLang="en-US" sz="800" b="0" dirty="0" smtClean="0">
                          <a:latin typeface="+mn-ea"/>
                          <a:cs typeface="Segoe UI" panose="020B0502040204020203" pitchFamily="34" charset="0"/>
                        </a:rPr>
                        <a:t>차 수정</a:t>
                      </a:r>
                      <a:endParaRPr lang="en-US" altLang="ko-KR" sz="800" b="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690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0.2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2022-11-26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cs typeface="Segoe UI" panose="020B0502040204020203" pitchFamily="34" charset="0"/>
                        </a:rPr>
                        <a:t>스토리보드 </a:t>
                      </a:r>
                      <a:r>
                        <a:rPr lang="en-US" altLang="ko-KR" sz="800" b="0" dirty="0" smtClean="0">
                          <a:latin typeface="+mn-ea"/>
                          <a:cs typeface="Segoe UI" panose="020B0502040204020203" pitchFamily="34" charset="0"/>
                        </a:rPr>
                        <a:t>1</a:t>
                      </a:r>
                      <a:r>
                        <a:rPr lang="ko-KR" altLang="en-US" sz="800" b="0" dirty="0" smtClean="0">
                          <a:latin typeface="+mn-ea"/>
                          <a:cs typeface="Segoe UI" panose="020B0502040204020203" pitchFamily="34" charset="0"/>
                        </a:rPr>
                        <a:t>차 작성 완료</a:t>
                      </a:r>
                      <a:endParaRPr lang="en-US" altLang="ko-KR" sz="800" b="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이형진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080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0.29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2022-11-28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cs typeface="Segoe UI" panose="020B0502040204020203" pitchFamily="34" charset="0"/>
                        </a:rPr>
                        <a:t>개발자 </a:t>
                      </a:r>
                      <a:r>
                        <a:rPr lang="ko-KR" altLang="en-US" sz="800" b="0" dirty="0" err="1" smtClean="0">
                          <a:latin typeface="+mn-ea"/>
                          <a:cs typeface="Segoe UI" panose="020B0502040204020203" pitchFamily="34" charset="0"/>
                        </a:rPr>
                        <a:t>리뷰용</a:t>
                      </a:r>
                      <a:r>
                        <a:rPr lang="ko-KR" altLang="en-US" sz="800" b="0" dirty="0" smtClean="0">
                          <a:latin typeface="+mn-ea"/>
                          <a:cs typeface="Segoe UI" panose="020B0502040204020203" pitchFamily="34" charset="0"/>
                        </a:rPr>
                        <a:t> 스토리보드 작성 완료</a:t>
                      </a:r>
                      <a:endParaRPr lang="en-US" altLang="ko-KR" sz="800" b="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이형진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528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0.30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2022-12-08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cs typeface="Segoe UI" panose="020B0502040204020203" pitchFamily="34" charset="0"/>
                        </a:rPr>
                        <a:t>디지털 </a:t>
                      </a:r>
                      <a:r>
                        <a:rPr lang="ko-KR" altLang="en-US" sz="800" b="0" dirty="0" err="1" smtClean="0">
                          <a:latin typeface="+mn-ea"/>
                          <a:cs typeface="Segoe UI" panose="020B0502040204020203" pitchFamily="34" charset="0"/>
                        </a:rPr>
                        <a:t>전략부</a:t>
                      </a:r>
                      <a:r>
                        <a:rPr lang="ko-KR" altLang="en-US" sz="800" b="0" dirty="0" smtClean="0">
                          <a:latin typeface="+mn-ea"/>
                          <a:cs typeface="Segoe UI" panose="020B0502040204020203" pitchFamily="34" charset="0"/>
                        </a:rPr>
                        <a:t> 사전 리뷰 반영</a:t>
                      </a:r>
                      <a:endParaRPr lang="en-US" altLang="ko-KR" sz="800" b="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이형진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093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0.50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2022-12-14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디지털 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전략부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디금부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리뷰 반영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820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0.60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2022-12-30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디지털 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전략부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디금부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리뷰 반영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60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0.60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2023-01-18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업무권한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설정에 따른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PUSH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처리 설명 추가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(P.23)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업무권한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별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PUSH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설정 매핑은 디지털전략부 검토 중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입출금계좌권한 설정에 따른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PUSH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처리 설명 추가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(P.25)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711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1.1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2023-02-22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변경관리 요청에 따른 수정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34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2023-02-24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문구변경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및 선택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저장 기능 삭제 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(25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페이지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05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2023-03-07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미 가입 사용자는 관리자가 가입 진행 할 수 있도록 버튼 제공 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(19p, 20p)</a:t>
                      </a:r>
                      <a:br>
                        <a:rPr lang="en-US" altLang="ko-KR" sz="70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관리자만 가입 버튼 제공하며 사용자의 경우 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미가입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＂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으로만 표시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834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2023-03-20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사용자관리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목록에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이용가이드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추가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(p.14, 15)</a:t>
                      </a:r>
                      <a:br>
                        <a:rPr lang="en-US" altLang="ko-KR" sz="70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입력 추가 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fr-FR" altLang="ko-KR" sz="700" baseline="0" dirty="0" smtClean="0">
                          <a:latin typeface="+mn-ea"/>
                          <a:ea typeface="+mn-ea"/>
                        </a:rPr>
                        <a:t>page : 10, 14, 17, 24, 29, 31, 38)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863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629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413670"/>
                  </a:ext>
                </a:extLst>
              </a:tr>
            </a:tbl>
          </a:graphicData>
        </a:graphic>
      </p:graphicFrame>
      <p:sp>
        <p:nvSpPr>
          <p:cNvPr id="4" name="Text Box 549"/>
          <p:cNvSpPr txBox="1">
            <a:spLocks noChangeArrowheads="1"/>
          </p:cNvSpPr>
          <p:nvPr/>
        </p:nvSpPr>
        <p:spPr bwMode="auto">
          <a:xfrm>
            <a:off x="697034" y="6493691"/>
            <a:ext cx="37465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9pPr>
          </a:lstStyle>
          <a:p>
            <a:pPr algn="l" eaLnBrk="1" hangingPunct="1"/>
            <a:r>
              <a:rPr lang="en-US" altLang="ko-KR" sz="800" baseline="30000" dirty="0">
                <a:latin typeface="+mn-ea"/>
                <a:ea typeface="+mn-ea"/>
              </a:rPr>
              <a:t>1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구분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변경 내용이 이전 문서에 대해 최초작성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추가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수정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삭제 중 선택 기입</a:t>
            </a:r>
          </a:p>
          <a:p>
            <a:pPr algn="l" eaLnBrk="1" hangingPunct="1"/>
            <a:r>
              <a:rPr lang="en-US" altLang="ko-KR" sz="800" baseline="30000" dirty="0">
                <a:latin typeface="+mn-ea"/>
                <a:ea typeface="+mn-ea"/>
              </a:rPr>
              <a:t>2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개정내용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변경이 발생되는 위치와 변경 내용을 자세히 기록</a:t>
            </a:r>
            <a:endParaRPr lang="en-US" altLang="ko-KR" sz="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331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324008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>
                <a:latin typeface="+mn-ea"/>
                <a:cs typeface="Segoe UI" panose="020B0502040204020203" pitchFamily="34" charset="0"/>
              </a:rPr>
              <a:t>0</a:t>
            </a:r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.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사용자관리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 공통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724" y="2716308"/>
            <a:ext cx="4146707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0.1. 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사용자관리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 정책 정의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0.2. 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사용자관리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 화면 목록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0.3.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사용자관리공통화면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264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91344" y="44067"/>
            <a:ext cx="12000656" cy="32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사용자정보관리</a:t>
            </a:r>
            <a:r>
              <a:rPr lang="en-US" altLang="ko-KR" dirty="0" smtClean="0">
                <a:solidFill>
                  <a:schemeClr val="tx1"/>
                </a:solidFill>
              </a:rPr>
              <a:t>-</a:t>
            </a:r>
            <a:r>
              <a:rPr lang="ko-KR" altLang="en-US" dirty="0" smtClean="0">
                <a:solidFill>
                  <a:schemeClr val="tx1"/>
                </a:solidFill>
              </a:rPr>
              <a:t>정책 정리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137125"/>
              </p:ext>
            </p:extLst>
          </p:nvPr>
        </p:nvGraphicFramePr>
        <p:xfrm>
          <a:off x="191344" y="548680"/>
          <a:ext cx="11785663" cy="170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0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580">
                  <a:extLst>
                    <a:ext uri="{9D8B030D-6E8A-4147-A177-3AD203B41FA5}">
                      <a16:colId xmlns:a16="http://schemas.microsoft.com/office/drawing/2014/main" val="2531466099"/>
                    </a:ext>
                  </a:extLst>
                </a:gridCol>
                <a:gridCol w="675837">
                  <a:extLst>
                    <a:ext uri="{9D8B030D-6E8A-4147-A177-3AD203B41FA5}">
                      <a16:colId xmlns:a16="http://schemas.microsoft.com/office/drawing/2014/main" val="1050993130"/>
                    </a:ext>
                  </a:extLst>
                </a:gridCol>
                <a:gridCol w="675837">
                  <a:extLst>
                    <a:ext uri="{9D8B030D-6E8A-4147-A177-3AD203B41FA5}">
                      <a16:colId xmlns:a16="http://schemas.microsoft.com/office/drawing/2014/main" val="708203991"/>
                    </a:ext>
                  </a:extLst>
                </a:gridCol>
                <a:gridCol w="675837">
                  <a:extLst>
                    <a:ext uri="{9D8B030D-6E8A-4147-A177-3AD203B41FA5}">
                      <a16:colId xmlns:a16="http://schemas.microsoft.com/office/drawing/2014/main" val="3247664930"/>
                    </a:ext>
                  </a:extLst>
                </a:gridCol>
                <a:gridCol w="675837">
                  <a:extLst>
                    <a:ext uri="{9D8B030D-6E8A-4147-A177-3AD203B41FA5}">
                      <a16:colId xmlns:a16="http://schemas.microsoft.com/office/drawing/2014/main" val="4255339063"/>
                    </a:ext>
                  </a:extLst>
                </a:gridCol>
                <a:gridCol w="600077">
                  <a:extLst>
                    <a:ext uri="{9D8B030D-6E8A-4147-A177-3AD203B41FA5}">
                      <a16:colId xmlns:a16="http://schemas.microsoft.com/office/drawing/2014/main" val="1609287578"/>
                    </a:ext>
                  </a:extLst>
                </a:gridCol>
                <a:gridCol w="593099">
                  <a:extLst>
                    <a:ext uri="{9D8B030D-6E8A-4147-A177-3AD203B41FA5}">
                      <a16:colId xmlns:a16="http://schemas.microsoft.com/office/drawing/2014/main" val="587943023"/>
                    </a:ext>
                  </a:extLst>
                </a:gridCol>
                <a:gridCol w="757499">
                  <a:extLst>
                    <a:ext uri="{9D8B030D-6E8A-4147-A177-3AD203B41FA5}">
                      <a16:colId xmlns:a16="http://schemas.microsoft.com/office/drawing/2014/main" val="1858688094"/>
                    </a:ext>
                  </a:extLst>
                </a:gridCol>
                <a:gridCol w="586635">
                  <a:extLst>
                    <a:ext uri="{9D8B030D-6E8A-4147-A177-3AD203B41FA5}">
                      <a16:colId xmlns:a16="http://schemas.microsoft.com/office/drawing/2014/main" val="3233713129"/>
                    </a:ext>
                  </a:extLst>
                </a:gridCol>
                <a:gridCol w="2277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38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1depth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</a:t>
                      </a: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3depth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4depth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법인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단체</a:t>
                      </a: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개인사업자</a:t>
                      </a: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계좌비번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전자서명</a:t>
                      </a:r>
                      <a:endParaRPr lang="en-US" altLang="ko-KR" sz="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로그인수단</a:t>
                      </a:r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추가인증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참고사항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5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서브관리자</a:t>
                      </a: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</a:t>
                      </a: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서브관리자</a:t>
                      </a: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</a:t>
                      </a: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711277"/>
                  </a:ext>
                </a:extLst>
              </a:tr>
              <a:tr h="198000">
                <a:tc rowSpan="6">
                  <a:txBody>
                    <a:bodyPr/>
                    <a:lstStyle/>
                    <a:p>
                      <a:pPr algn="l"/>
                      <a:r>
                        <a:rPr lang="ko-KR" altLang="en-US" sz="800" dirty="0" err="1" smtClean="0"/>
                        <a:t>뱅킹관리</a:t>
                      </a:r>
                      <a:endParaRPr lang="ko-KR" altLang="en-US" sz="800" dirty="0" smtClean="0"/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사용자관리</a:t>
                      </a:r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사용자정보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사용자는 본인 정보 확인만 가능 변경은 불가</a:t>
                      </a:r>
                      <a:endParaRPr lang="en-US" altLang="ko-KR" sz="8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278152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기업권한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사용자는 본인 정보 확인만 가능 변경은 불가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716369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l"/>
                      <a:endParaRPr lang="ko-KR" altLang="en-US" sz="800" dirty="0" smtClean="0"/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업무권한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사용자는 본인 정보 확인만 가능 변경은 불가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710896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l"/>
                      <a:endParaRPr lang="ko-KR" altLang="en-US" sz="800" dirty="0" smtClean="0"/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일반계좌권한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사용자는 본인 정보 확인만 가능 변경은 불가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30740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l"/>
                      <a:endParaRPr lang="ko-KR" altLang="en-US" sz="800" dirty="0" smtClean="0"/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입금계좌권한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사용자는 본인 정보 확인만 가능 변경은 불가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94052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l"/>
                      <a:endParaRPr lang="ko-KR" altLang="en-US" sz="800" dirty="0" smtClean="0"/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223" marR="66223" marT="33112" marB="33112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카드사업장권한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△</a:t>
                      </a: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사용자는 본인 정보 확인만 가능 변경은 불가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6223" marR="66223" marT="33112" marB="3311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791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5176515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0.2</a:t>
            </a:r>
            <a:r>
              <a:rPr lang="en-US" altLang="ko-KR" sz="2400" b="1" smtClean="0">
                <a:latin typeface="+mn-ea"/>
                <a:cs typeface="Segoe UI" panose="020B0502040204020203" pitchFamily="34" charset="0"/>
              </a:rPr>
              <a:t>.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사용자관리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화면목록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9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1576" y="3588"/>
            <a:ext cx="474229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000" b="1" dirty="0" smtClean="0">
                <a:latin typeface="+mn-ea"/>
                <a:cs typeface="Segoe UI" panose="020B0502040204020203" pitchFamily="34" charset="0"/>
              </a:rPr>
              <a:t>0.2. </a:t>
            </a:r>
            <a:r>
              <a:rPr lang="ko-KR" altLang="en-US" sz="2000" b="1" dirty="0" err="1" smtClean="0">
                <a:latin typeface="+mn-ea"/>
                <a:cs typeface="Segoe UI" panose="020B0502040204020203" pitchFamily="34" charset="0"/>
              </a:rPr>
              <a:t>사용자관리</a:t>
            </a:r>
            <a:r>
              <a:rPr lang="ko-KR" altLang="en-US" sz="2000" b="1" dirty="0" smtClean="0"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2000" b="1" dirty="0" err="1" smtClean="0">
                <a:latin typeface="+mn-ea"/>
                <a:cs typeface="Segoe UI" panose="020B0502040204020203" pitchFamily="34" charset="0"/>
              </a:rPr>
              <a:t>화면목록</a:t>
            </a:r>
            <a:endParaRPr lang="en-US" altLang="ko-KR" sz="2000" b="1" dirty="0"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850058"/>
              </p:ext>
            </p:extLst>
          </p:nvPr>
        </p:nvGraphicFramePr>
        <p:xfrm>
          <a:off x="294036" y="542254"/>
          <a:ext cx="11598231" cy="21793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58236">
                  <a:extLst>
                    <a:ext uri="{9D8B030D-6E8A-4147-A177-3AD203B41FA5}">
                      <a16:colId xmlns:a16="http://schemas.microsoft.com/office/drawing/2014/main" val="88030789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582956732"/>
                    </a:ext>
                  </a:extLst>
                </a:gridCol>
                <a:gridCol w="1646555">
                  <a:extLst>
                    <a:ext uri="{9D8B030D-6E8A-4147-A177-3AD203B41FA5}">
                      <a16:colId xmlns:a16="http://schemas.microsoft.com/office/drawing/2014/main" val="777615661"/>
                    </a:ext>
                  </a:extLst>
                </a:gridCol>
                <a:gridCol w="1201182">
                  <a:extLst>
                    <a:ext uri="{9D8B030D-6E8A-4147-A177-3AD203B41FA5}">
                      <a16:colId xmlns:a16="http://schemas.microsoft.com/office/drawing/2014/main" val="3640574068"/>
                    </a:ext>
                  </a:extLst>
                </a:gridCol>
                <a:gridCol w="1511618">
                  <a:extLst>
                    <a:ext uri="{9D8B030D-6E8A-4147-A177-3AD203B41FA5}">
                      <a16:colId xmlns:a16="http://schemas.microsoft.com/office/drawing/2014/main" val="2440910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123191791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3373075969"/>
                    </a:ext>
                  </a:extLst>
                </a:gridCol>
                <a:gridCol w="4814413">
                  <a:extLst>
                    <a:ext uri="{9D8B030D-6E8A-4147-A177-3AD203B41FA5}">
                      <a16:colId xmlns:a16="http://schemas.microsoft.com/office/drawing/2014/main" val="973457149"/>
                    </a:ext>
                  </a:extLst>
                </a:gridCol>
              </a:tblGrid>
              <a:tr h="1709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업무구분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타이틀명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화면구분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latin typeface="+mn-ea"/>
                          <a:ea typeface="+mn-ea"/>
                        </a:rPr>
                        <a:t>화면설명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43823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사용자관리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392734"/>
                  </a:ext>
                </a:extLst>
              </a:tr>
              <a:tr h="1466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업무가능시간설정</a:t>
                      </a:r>
                      <a:endParaRPr lang="ko-KR" altLang="en-US" sz="7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업무가능시간설정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027902"/>
                  </a:ext>
                </a:extLst>
              </a:tr>
              <a:tr h="1466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사용자권한복사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사용자권한복사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40768"/>
                  </a:ext>
                </a:extLst>
              </a:tr>
              <a:tr h="152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사용자관리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기업권한설정</a:t>
                      </a:r>
                      <a:endParaRPr lang="en-US" altLang="ko-KR" sz="7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사용자관리</a:t>
                      </a:r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7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기업권한설정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화면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46194"/>
                  </a:ext>
                </a:extLst>
              </a:tr>
              <a:tr h="152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업무권한설정</a:t>
                      </a:r>
                      <a:endParaRPr lang="en-US" altLang="ko-KR" sz="7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lang="ko-KR" altLang="en-US" sz="7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업무권한설정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912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일반계좌설정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그리드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5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사용자관리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사용자관리</a:t>
                      </a:r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62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입금계좌사용자목록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입금계좌사용자목록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popup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572908"/>
                  </a:ext>
                </a:extLst>
              </a:tr>
              <a:tr h="131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카드사업장권한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사용자관리</a:t>
                      </a:r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카드사업장권한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그리드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63073"/>
                  </a:ext>
                </a:extLst>
              </a:tr>
              <a:tr h="131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사용자관리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사용자관리완료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사용자관리완료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사용자정보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기업권한설정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업무권한설정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일반계좌권한설정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입금계좌권한설정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카드사업장권한설정에서 공통 사용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601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96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4637672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0.3.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사용자관리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공통화면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34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 목록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 검색결과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 </a:t>
            </a: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권한관리</a:t>
            </a:r>
            <a:endParaRPr lang="en-US" altLang="ko-KR" sz="800" kern="0" dirty="0"/>
          </a:p>
        </p:txBody>
      </p:sp>
      <p:graphicFrame>
        <p:nvGraphicFramePr>
          <p:cNvPr id="143" name="표 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518129"/>
              </p:ext>
            </p:extLst>
          </p:nvPr>
        </p:nvGraphicFramePr>
        <p:xfrm>
          <a:off x="9822663" y="557185"/>
          <a:ext cx="2195166" cy="2077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en-US" altLang="ko-KR" sz="8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300038" y="781396"/>
            <a:ext cx="7705118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300038" y="1147156"/>
            <a:ext cx="4862166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NAVIGATION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6583680" y="1147156"/>
            <a:ext cx="1421476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SITE MAP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5162204" y="1147156"/>
            <a:ext cx="1421476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SETTING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5162204" y="1512916"/>
            <a:ext cx="2842951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FUNCTION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300038" y="1512916"/>
            <a:ext cx="4862166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-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300038" y="1878676"/>
            <a:ext cx="1553700" cy="449718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LNB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1853737" y="1878676"/>
            <a:ext cx="6151417" cy="449718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BODY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072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등록수정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smtClean="0">
                <a:solidFill>
                  <a:prstClr val="black"/>
                </a:solidFill>
                <a:ea typeface="맑은 고딕"/>
              </a:rPr>
              <a:t>사용자 </a:t>
            </a:r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관리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27892" y="1229836"/>
            <a:ext cx="6491458" cy="1062026"/>
          </a:xfrm>
          <a:prstGeom prst="roundRect">
            <a:avLst>
              <a:gd name="adj" fmla="val 498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/>
          <p:cNvGrpSpPr/>
          <p:nvPr/>
        </p:nvGrpSpPr>
        <p:grpSpPr>
          <a:xfrm>
            <a:off x="620065" y="1466259"/>
            <a:ext cx="1013035" cy="541318"/>
            <a:chOff x="3026978" y="5811513"/>
            <a:chExt cx="1116066" cy="527055"/>
          </a:xfrm>
        </p:grpSpPr>
        <p:sp>
          <p:nvSpPr>
            <p:cNvPr id="48" name="Text Box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026979" y="5812592"/>
              <a:ext cx="1116065" cy="5259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2400" rIns="162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 smtClean="0">
                  <a:solidFill>
                    <a:srgbClr val="26262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0"/>
                </a:rPr>
                <a:t>image</a:t>
              </a:r>
              <a:endParaRPr lang="en-US" sz="700" dirty="0">
                <a:solidFill>
                  <a:srgbClr val="26262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3026978" y="5812592"/>
              <a:ext cx="1116063" cy="525976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 flipH="1">
              <a:off x="3026978" y="5811513"/>
              <a:ext cx="1116063" cy="525976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1898398" y="1459365"/>
            <a:ext cx="186044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1200" b="1" spc="-150" dirty="0" smtClean="0">
                <a:solidFill>
                  <a:schemeClr val="accent5"/>
                </a:solidFill>
                <a:ea typeface="맑은 고딕"/>
              </a:rPr>
              <a:t>%</a:t>
            </a:r>
            <a:r>
              <a:rPr lang="ko-KR" altLang="en-US" sz="1200" b="1" spc="-150" dirty="0" err="1" smtClean="0">
                <a:solidFill>
                  <a:schemeClr val="accent5"/>
                </a:solidFill>
                <a:ea typeface="맑은 고딕"/>
              </a:rPr>
              <a:t>메뉴명</a:t>
            </a:r>
            <a:r>
              <a:rPr lang="en-US" altLang="ko-KR" sz="1200" b="1" spc="-150" dirty="0" smtClean="0">
                <a:solidFill>
                  <a:schemeClr val="accent5"/>
                </a:solidFill>
                <a:ea typeface="맑은 고딕"/>
              </a:rPr>
              <a:t>%</a:t>
            </a:r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이 </a:t>
            </a:r>
            <a:r>
              <a:rPr lang="ko-KR" altLang="en-US" sz="1200" b="1" spc="-150" dirty="0" smtClean="0">
                <a:solidFill>
                  <a:schemeClr val="accent5"/>
                </a:solidFill>
                <a:ea typeface="맑은 고딕"/>
              </a:rPr>
              <a:t>완료</a:t>
            </a:r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되었습니다</a:t>
            </a:r>
            <a:r>
              <a:rPr lang="en-US" altLang="ko-KR" sz="1200" b="1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12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98398" y="1745152"/>
            <a:ext cx="2544927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spc="-150" dirty="0" smtClean="0">
                <a:solidFill>
                  <a:prstClr val="black"/>
                </a:solidFill>
                <a:ea typeface="맑은 고딕"/>
              </a:rPr>
              <a:t>확인을 누르시면 사용자 목록 화면으로  이동합니다</a:t>
            </a:r>
            <a:r>
              <a:rPr lang="en-US" altLang="ko-KR" sz="1000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1000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184007" y="2519178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18701"/>
              </p:ext>
            </p:extLst>
          </p:nvPr>
        </p:nvGraphicFramePr>
        <p:xfrm>
          <a:off x="9822663" y="540019"/>
          <a:ext cx="2195166" cy="80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목록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66052" y="2403762"/>
            <a:ext cx="251992" cy="230832"/>
            <a:chOff x="4867678" y="3090156"/>
            <a:chExt cx="251992" cy="230832"/>
          </a:xfrm>
        </p:grpSpPr>
        <p:sp>
          <p:nvSpPr>
            <p:cNvPr id="2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04059" y="819419"/>
            <a:ext cx="666208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%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메뉴명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%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9201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사용자권한복사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629104"/>
              </p:ext>
            </p:extLst>
          </p:nvPr>
        </p:nvGraphicFramePr>
        <p:xfrm>
          <a:off x="9822663" y="540019"/>
          <a:ext cx="2195166" cy="4237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모든 업체의 사용자 목록을 조회하여 표시한다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선택이 되어있지 않은 상태로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권한을 복사할 사용자명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표시하고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ID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06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복사할 사용자를 검색한다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83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사용자의 권한 중 복사할 권한을 선택한다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모든 권한 체크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선택하지 않은 권한은 본인의 권한을 유지한다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하나의 권한에는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한명만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선택할 수 있도록 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버튼이지만 각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한건도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하지 않을 수도 있음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선택했다가 해제도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가능해야함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각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권한별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한사용자만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선택이지만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체크박스처럼 해제도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가능해야함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.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“3”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선택된 권한을 복사하기 위해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호출하고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전자서명을 통한 복사를 처리하고 팝업을 닫는다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권한복사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팝업을 닫는다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102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641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카드사업장권한외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업체권한은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선택된 사용자들의 업체의 합집합으로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624379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392562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781106" y="689994"/>
            <a:ext cx="6656120" cy="5922672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856375" y="799366"/>
            <a:ext cx="13163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사용자 </a:t>
            </a:r>
            <a:r>
              <a:rPr lang="ko-KR" altLang="en-US" sz="1200" b="1" kern="0" dirty="0" err="1" smtClean="0">
                <a:latin typeface="+mn-ea"/>
              </a:rPr>
              <a:t>권한복사</a:t>
            </a:r>
            <a:endParaRPr lang="ko-KR" altLang="en-US" sz="1200" b="1" dirty="0">
              <a:latin typeface="+mn-ea"/>
            </a:endParaRP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448389"/>
              </p:ext>
            </p:extLst>
          </p:nvPr>
        </p:nvGraphicFramePr>
        <p:xfrm>
          <a:off x="1034303" y="2451238"/>
          <a:ext cx="6258500" cy="239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36">
                  <a:extLst>
                    <a:ext uri="{9D8B030D-6E8A-4147-A177-3AD203B41FA5}">
                      <a16:colId xmlns:a16="http://schemas.microsoft.com/office/drawing/2014/main" val="2824362203"/>
                    </a:ext>
                  </a:extLst>
                </a:gridCol>
                <a:gridCol w="777982">
                  <a:extLst>
                    <a:ext uri="{9D8B030D-6E8A-4147-A177-3AD203B41FA5}">
                      <a16:colId xmlns:a16="http://schemas.microsoft.com/office/drawing/2014/main" val="1875575540"/>
                    </a:ext>
                  </a:extLst>
                </a:gridCol>
                <a:gridCol w="824939">
                  <a:extLst>
                    <a:ext uri="{9D8B030D-6E8A-4147-A177-3AD203B41FA5}">
                      <a16:colId xmlns:a16="http://schemas.microsoft.com/office/drawing/2014/main" val="3529541872"/>
                    </a:ext>
                  </a:extLst>
                </a:gridCol>
                <a:gridCol w="778548">
                  <a:extLst>
                    <a:ext uri="{9D8B030D-6E8A-4147-A177-3AD203B41FA5}">
                      <a16:colId xmlns:a16="http://schemas.microsoft.com/office/drawing/2014/main" val="221733858"/>
                    </a:ext>
                  </a:extLst>
                </a:gridCol>
                <a:gridCol w="828993">
                  <a:extLst>
                    <a:ext uri="{9D8B030D-6E8A-4147-A177-3AD203B41FA5}">
                      <a16:colId xmlns:a16="http://schemas.microsoft.com/office/drawing/2014/main" val="4221644846"/>
                    </a:ext>
                  </a:extLst>
                </a:gridCol>
                <a:gridCol w="886648">
                  <a:extLst>
                    <a:ext uri="{9D8B030D-6E8A-4147-A177-3AD203B41FA5}">
                      <a16:colId xmlns:a16="http://schemas.microsoft.com/office/drawing/2014/main" val="2808088250"/>
                    </a:ext>
                  </a:extLst>
                </a:gridCol>
                <a:gridCol w="899654">
                  <a:extLst>
                    <a:ext uri="{9D8B030D-6E8A-4147-A177-3AD203B41FA5}">
                      <a16:colId xmlns:a16="http://schemas.microsoft.com/office/drawing/2014/main" val="241599529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사용자명</a:t>
                      </a:r>
                      <a:r>
                        <a:rPr lang="en-US" altLang="ko-KR" sz="800" dirty="0" smtClean="0"/>
                        <a:t>(ID)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사용자타입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업무권한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일반계좌권한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입금계좌권한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카드권한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906792"/>
                  </a:ext>
                </a:extLst>
              </a:tr>
              <a:tr h="23694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김부산</a:t>
                      </a:r>
                      <a:r>
                        <a:rPr lang="en-US" altLang="ko-KR" sz="700" dirty="0" smtClean="0"/>
                        <a:t>(PBSBANK)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관리자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디지털전략부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407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김울산</a:t>
                      </a:r>
                      <a:r>
                        <a:rPr lang="en-US" altLang="ko-KR" sz="700" dirty="0" smtClean="0"/>
                        <a:t>(PBSBANK001)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부관리자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6184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PBSBANK002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4369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PBSBANK003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28646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PBSBANK004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26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김거제</a:t>
                      </a:r>
                      <a:r>
                        <a:rPr lang="en-US" altLang="ko-KR" sz="700" dirty="0" smtClean="0"/>
                        <a:t>(PBSBANK005)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69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김통영</a:t>
                      </a:r>
                      <a:r>
                        <a:rPr lang="en-US" altLang="ko-KR" sz="700" dirty="0" smtClean="0"/>
                        <a:t>(PBSBANK006)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908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김마산</a:t>
                      </a:r>
                      <a:r>
                        <a:rPr lang="en-US" altLang="ko-KR" sz="700" dirty="0" smtClean="0"/>
                        <a:t>(PBSBANK007)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1359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김창원</a:t>
                      </a:r>
                      <a:r>
                        <a:rPr lang="en-US" altLang="ko-KR" sz="700" dirty="0" smtClean="0"/>
                        <a:t>(PBSBANK008)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563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김안동</a:t>
                      </a:r>
                      <a:r>
                        <a:rPr lang="en-US" altLang="ko-KR" sz="700" dirty="0" smtClean="0"/>
                        <a:t>(PBSBANK009)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564108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7267404" y="2653327"/>
            <a:ext cx="45719" cy="1971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Freeform 11"/>
          <p:cNvSpPr>
            <a:spLocks noChangeArrowheads="1"/>
          </p:cNvSpPr>
          <p:nvPr/>
        </p:nvSpPr>
        <p:spPr bwMode="auto">
          <a:xfrm>
            <a:off x="7159750" y="865865"/>
            <a:ext cx="147562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3" name="그룹 112"/>
          <p:cNvGrpSpPr/>
          <p:nvPr/>
        </p:nvGrpSpPr>
        <p:grpSpPr>
          <a:xfrm>
            <a:off x="5499469" y="2193406"/>
            <a:ext cx="1767513" cy="194762"/>
            <a:chOff x="5087887" y="864761"/>
            <a:chExt cx="1767513" cy="194762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ID,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이름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부서로 검색해주세요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2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2841449" y="6167208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3931589" y="6164355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취소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3820975" y="2631408"/>
            <a:ext cx="3546979" cy="2353341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/>
          <p:cNvSpPr/>
          <p:nvPr/>
        </p:nvSpPr>
        <p:spPr>
          <a:xfrm>
            <a:off x="1034878" y="4850589"/>
            <a:ext cx="5084568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10685"/>
              </p:ext>
            </p:extLst>
          </p:nvPr>
        </p:nvGraphicFramePr>
        <p:xfrm>
          <a:off x="1034878" y="1421238"/>
          <a:ext cx="6206348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582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1036127" y="1135022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036127" y="2153563"/>
            <a:ext cx="143244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복사 대상 사용자 목록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6" name="타원 145"/>
          <p:cNvSpPr/>
          <p:nvPr/>
        </p:nvSpPr>
        <p:spPr>
          <a:xfrm>
            <a:off x="2468570" y="1478567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</a:t>
            </a:r>
            <a:endParaRPr lang="ko-KR" altLang="en-US" sz="600" b="1" dirty="0"/>
          </a:p>
        </p:txBody>
      </p:sp>
      <p:sp>
        <p:nvSpPr>
          <p:cNvPr id="17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2628401" y="1447795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8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7644657" y="1155089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7644657" y="859239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사용자 변경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7644657" y="1371107"/>
            <a:ext cx="1734481" cy="7601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</a:t>
            </a:r>
          </a:p>
          <a:p>
            <a:r>
              <a:rPr lang="ko-KR" altLang="en-US" sz="900" dirty="0" smtClean="0">
                <a:solidFill>
                  <a:schemeClr val="tx1"/>
                </a:solidFill>
              </a:rPr>
              <a:t>김경남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(PBSBANK002)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김문현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(PBSBANK003)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김거제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(PBSBANK004)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7680352" y="1461519"/>
            <a:ext cx="1661421" cy="151131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타원 197"/>
          <p:cNvSpPr/>
          <p:nvPr/>
        </p:nvSpPr>
        <p:spPr>
          <a:xfrm>
            <a:off x="7512495" y="812085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9" name="타원 198"/>
          <p:cNvSpPr/>
          <p:nvPr/>
        </p:nvSpPr>
        <p:spPr>
          <a:xfrm>
            <a:off x="5390046" y="2086544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</a:t>
            </a:r>
            <a:endParaRPr lang="ko-KR" altLang="en-US" sz="600" b="1" dirty="0"/>
          </a:p>
        </p:txBody>
      </p:sp>
      <p:sp>
        <p:nvSpPr>
          <p:cNvPr id="201" name="타원 200"/>
          <p:cNvSpPr/>
          <p:nvPr/>
        </p:nvSpPr>
        <p:spPr>
          <a:xfrm>
            <a:off x="3751589" y="2559540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</a:t>
            </a:r>
            <a:endParaRPr lang="ko-KR" altLang="en-US" sz="600" b="1" dirty="0"/>
          </a:p>
        </p:txBody>
      </p:sp>
      <p:sp>
        <p:nvSpPr>
          <p:cNvPr id="202" name="타원 201"/>
          <p:cNvSpPr/>
          <p:nvPr/>
        </p:nvSpPr>
        <p:spPr>
          <a:xfrm>
            <a:off x="2835344" y="6080743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</a:t>
            </a:r>
            <a:endParaRPr lang="ko-KR" altLang="en-US" sz="600" b="1" dirty="0"/>
          </a:p>
        </p:txBody>
      </p:sp>
      <p:sp>
        <p:nvSpPr>
          <p:cNvPr id="203" name="타원 202"/>
          <p:cNvSpPr/>
          <p:nvPr/>
        </p:nvSpPr>
        <p:spPr>
          <a:xfrm>
            <a:off x="3938062" y="6074730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5</a:t>
            </a:r>
            <a:endParaRPr lang="ko-KR" altLang="en-US" sz="600" b="1" dirty="0"/>
          </a:p>
        </p:txBody>
      </p:sp>
      <p:sp>
        <p:nvSpPr>
          <p:cNvPr id="204" name="직사각형 203"/>
          <p:cNvSpPr/>
          <p:nvPr/>
        </p:nvSpPr>
        <p:spPr>
          <a:xfrm>
            <a:off x="7680352" y="5194716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보안매체</a:t>
            </a:r>
            <a:r>
              <a:rPr lang="ko-KR" altLang="en-US" dirty="0" smtClean="0"/>
              <a:t> </a:t>
            </a:r>
            <a:r>
              <a:rPr lang="en-US" altLang="ko-KR" dirty="0" smtClean="0"/>
              <a:t>+</a:t>
            </a:r>
          </a:p>
          <a:p>
            <a:pPr algn="ctr"/>
            <a:r>
              <a:rPr lang="ko-KR" altLang="en-US" dirty="0" smtClean="0"/>
              <a:t>전자서명 진행</a:t>
            </a:r>
            <a:endParaRPr lang="ko-KR" altLang="en-US" dirty="0"/>
          </a:p>
        </p:txBody>
      </p:sp>
      <p:sp>
        <p:nvSpPr>
          <p:cNvPr id="205" name="타원 204"/>
          <p:cNvSpPr/>
          <p:nvPr/>
        </p:nvSpPr>
        <p:spPr>
          <a:xfrm>
            <a:off x="7590352" y="5104716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88" name="모서리가 둥근 직사각형 87"/>
          <p:cNvSpPr/>
          <p:nvPr/>
        </p:nvSpPr>
        <p:spPr>
          <a:xfrm>
            <a:off x="7191387" y="2511455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191" name="타원 190"/>
          <p:cNvSpPr/>
          <p:nvPr/>
        </p:nvSpPr>
        <p:spPr>
          <a:xfrm>
            <a:off x="4208197" y="274585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2" name="타원 191"/>
          <p:cNvSpPr/>
          <p:nvPr/>
        </p:nvSpPr>
        <p:spPr>
          <a:xfrm>
            <a:off x="4216845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3" name="타원 192"/>
          <p:cNvSpPr/>
          <p:nvPr/>
        </p:nvSpPr>
        <p:spPr>
          <a:xfrm>
            <a:off x="4216845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4" name="타원 193"/>
          <p:cNvSpPr/>
          <p:nvPr/>
        </p:nvSpPr>
        <p:spPr>
          <a:xfrm>
            <a:off x="4216845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5" name="타원 194"/>
          <p:cNvSpPr/>
          <p:nvPr/>
        </p:nvSpPr>
        <p:spPr>
          <a:xfrm>
            <a:off x="5009492" y="295294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6" name="타원 195"/>
          <p:cNvSpPr/>
          <p:nvPr/>
        </p:nvSpPr>
        <p:spPr>
          <a:xfrm>
            <a:off x="5014015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6" name="타원 205"/>
          <p:cNvSpPr>
            <a:spLocks noChangeAspect="1"/>
          </p:cNvSpPr>
          <p:nvPr/>
        </p:nvSpPr>
        <p:spPr>
          <a:xfrm>
            <a:off x="5043550" y="2988654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7" name="타원 206"/>
          <p:cNvSpPr/>
          <p:nvPr/>
        </p:nvSpPr>
        <p:spPr>
          <a:xfrm>
            <a:off x="5014015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8" name="타원 207"/>
          <p:cNvSpPr/>
          <p:nvPr/>
        </p:nvSpPr>
        <p:spPr>
          <a:xfrm>
            <a:off x="5014015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9" name="타원 208"/>
          <p:cNvSpPr/>
          <p:nvPr/>
        </p:nvSpPr>
        <p:spPr>
          <a:xfrm>
            <a:off x="5014015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0" name="타원 209"/>
          <p:cNvSpPr/>
          <p:nvPr/>
        </p:nvSpPr>
        <p:spPr>
          <a:xfrm>
            <a:off x="5014015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1" name="타원 210"/>
          <p:cNvSpPr/>
          <p:nvPr/>
        </p:nvSpPr>
        <p:spPr>
          <a:xfrm>
            <a:off x="5876784" y="295294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2" name="타원 211"/>
          <p:cNvSpPr/>
          <p:nvPr/>
        </p:nvSpPr>
        <p:spPr>
          <a:xfrm>
            <a:off x="5881307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3" name="타원 212"/>
          <p:cNvSpPr>
            <a:spLocks noChangeAspect="1"/>
          </p:cNvSpPr>
          <p:nvPr/>
        </p:nvSpPr>
        <p:spPr>
          <a:xfrm>
            <a:off x="5910842" y="2988654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4" name="타원 213"/>
          <p:cNvSpPr/>
          <p:nvPr/>
        </p:nvSpPr>
        <p:spPr>
          <a:xfrm>
            <a:off x="5881307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5" name="타원 214"/>
          <p:cNvSpPr/>
          <p:nvPr/>
        </p:nvSpPr>
        <p:spPr>
          <a:xfrm>
            <a:off x="5881307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6" name="타원 215"/>
          <p:cNvSpPr/>
          <p:nvPr/>
        </p:nvSpPr>
        <p:spPr>
          <a:xfrm>
            <a:off x="5881307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7" name="타원 216"/>
          <p:cNvSpPr/>
          <p:nvPr/>
        </p:nvSpPr>
        <p:spPr>
          <a:xfrm>
            <a:off x="5881307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8" name="타원 217"/>
          <p:cNvSpPr/>
          <p:nvPr/>
        </p:nvSpPr>
        <p:spPr>
          <a:xfrm>
            <a:off x="6748191" y="33956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9" name="타원 218"/>
          <p:cNvSpPr>
            <a:spLocks noChangeAspect="1"/>
          </p:cNvSpPr>
          <p:nvPr/>
        </p:nvSpPr>
        <p:spPr>
          <a:xfrm>
            <a:off x="6782249" y="3431369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0" name="타원 219"/>
          <p:cNvSpPr/>
          <p:nvPr/>
        </p:nvSpPr>
        <p:spPr>
          <a:xfrm>
            <a:off x="6748599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1" name="타원 220"/>
          <p:cNvSpPr/>
          <p:nvPr/>
        </p:nvSpPr>
        <p:spPr>
          <a:xfrm>
            <a:off x="6748599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2" name="타원 221"/>
          <p:cNvSpPr/>
          <p:nvPr/>
        </p:nvSpPr>
        <p:spPr>
          <a:xfrm>
            <a:off x="6748599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3" name="타원 222"/>
          <p:cNvSpPr/>
          <p:nvPr/>
        </p:nvSpPr>
        <p:spPr>
          <a:xfrm>
            <a:off x="6748191" y="293339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4" name="타원 223"/>
          <p:cNvSpPr/>
          <p:nvPr/>
        </p:nvSpPr>
        <p:spPr>
          <a:xfrm>
            <a:off x="6748191" y="316305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5" name="타원 224"/>
          <p:cNvSpPr/>
          <p:nvPr/>
        </p:nvSpPr>
        <p:spPr>
          <a:xfrm>
            <a:off x="4216845" y="29392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6" name="타원 225"/>
          <p:cNvSpPr/>
          <p:nvPr/>
        </p:nvSpPr>
        <p:spPr>
          <a:xfrm>
            <a:off x="4210850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7" name="타원 226"/>
          <p:cNvSpPr>
            <a:spLocks noChangeAspect="1"/>
          </p:cNvSpPr>
          <p:nvPr/>
        </p:nvSpPr>
        <p:spPr>
          <a:xfrm>
            <a:off x="4244908" y="3643409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8" name="타원 227"/>
          <p:cNvSpPr/>
          <p:nvPr/>
        </p:nvSpPr>
        <p:spPr>
          <a:xfrm>
            <a:off x="4222277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9" name="타원 228"/>
          <p:cNvSpPr/>
          <p:nvPr/>
        </p:nvSpPr>
        <p:spPr>
          <a:xfrm>
            <a:off x="5019447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0" name="타원 229"/>
          <p:cNvSpPr/>
          <p:nvPr/>
        </p:nvSpPr>
        <p:spPr>
          <a:xfrm>
            <a:off x="5886739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1" name="타원 230"/>
          <p:cNvSpPr/>
          <p:nvPr/>
        </p:nvSpPr>
        <p:spPr>
          <a:xfrm>
            <a:off x="6754031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2" name="타원 231"/>
          <p:cNvSpPr/>
          <p:nvPr/>
        </p:nvSpPr>
        <p:spPr>
          <a:xfrm>
            <a:off x="4225866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3" name="타원 232"/>
          <p:cNvSpPr/>
          <p:nvPr/>
        </p:nvSpPr>
        <p:spPr>
          <a:xfrm>
            <a:off x="5023036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4" name="타원 233"/>
          <p:cNvSpPr/>
          <p:nvPr/>
        </p:nvSpPr>
        <p:spPr>
          <a:xfrm>
            <a:off x="5890328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5" name="타원 234"/>
          <p:cNvSpPr/>
          <p:nvPr/>
        </p:nvSpPr>
        <p:spPr>
          <a:xfrm>
            <a:off x="6757620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6" name="타원 235"/>
          <p:cNvSpPr/>
          <p:nvPr/>
        </p:nvSpPr>
        <p:spPr>
          <a:xfrm>
            <a:off x="4231298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7" name="타원 236"/>
          <p:cNvSpPr/>
          <p:nvPr/>
        </p:nvSpPr>
        <p:spPr>
          <a:xfrm>
            <a:off x="5028468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8" name="타원 237"/>
          <p:cNvSpPr/>
          <p:nvPr/>
        </p:nvSpPr>
        <p:spPr>
          <a:xfrm>
            <a:off x="5895760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9" name="타원 238"/>
          <p:cNvSpPr/>
          <p:nvPr/>
        </p:nvSpPr>
        <p:spPr>
          <a:xfrm>
            <a:off x="6763052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0" name="타원 239"/>
          <p:cNvSpPr/>
          <p:nvPr/>
        </p:nvSpPr>
        <p:spPr>
          <a:xfrm>
            <a:off x="4237119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1" name="타원 240"/>
          <p:cNvSpPr/>
          <p:nvPr/>
        </p:nvSpPr>
        <p:spPr>
          <a:xfrm>
            <a:off x="5034289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2" name="타원 241"/>
          <p:cNvSpPr/>
          <p:nvPr/>
        </p:nvSpPr>
        <p:spPr>
          <a:xfrm>
            <a:off x="5901581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3" name="타원 242"/>
          <p:cNvSpPr/>
          <p:nvPr/>
        </p:nvSpPr>
        <p:spPr>
          <a:xfrm>
            <a:off x="6768873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" name="직사각형 1"/>
          <p:cNvSpPr/>
          <p:nvPr/>
        </p:nvSpPr>
        <p:spPr>
          <a:xfrm>
            <a:off x="4982554" y="3013782"/>
            <a:ext cx="222689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전자서명으로 변경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전자서명으로 변경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2023-03-22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보안매체정보 입력 추가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70073" y="4955114"/>
            <a:ext cx="1492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000" b="1" spc="-150" dirty="0" err="1" smtClean="0">
                <a:solidFill>
                  <a:prstClr val="black"/>
                </a:solidFill>
                <a:ea typeface="맑은 고딕"/>
              </a:rPr>
              <a:t>보안수단</a:t>
            </a:r>
            <a:r>
              <a:rPr lang="en-US" altLang="ko-KR" sz="1000" b="1" spc="-150" dirty="0" smtClean="0">
                <a:solidFill>
                  <a:prstClr val="black"/>
                </a:solidFill>
                <a:ea typeface="맑은 고딕"/>
              </a:rPr>
              <a:t>(OTP) </a:t>
            </a:r>
            <a:r>
              <a:rPr lang="ko-KR" altLang="en-US" sz="1000" b="1" spc="-150" dirty="0" smtClean="0">
                <a:solidFill>
                  <a:prstClr val="black"/>
                </a:solidFill>
                <a:ea typeface="맑은 고딕"/>
              </a:rPr>
              <a:t>정보 입력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83" name="표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232880"/>
              </p:ext>
            </p:extLst>
          </p:nvPr>
        </p:nvGraphicFramePr>
        <p:xfrm>
          <a:off x="1143668" y="5299261"/>
          <a:ext cx="4374722" cy="31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02">
                  <a:extLst>
                    <a:ext uri="{9D8B030D-6E8A-4147-A177-3AD203B41FA5}">
                      <a16:colId xmlns:a16="http://schemas.microsoft.com/office/drawing/2014/main" val="2512880847"/>
                    </a:ext>
                  </a:extLst>
                </a:gridCol>
                <a:gridCol w="3071720">
                  <a:extLst>
                    <a:ext uri="{9D8B030D-6E8A-4147-A177-3AD203B41FA5}">
                      <a16:colId xmlns:a16="http://schemas.microsoft.com/office/drawing/2014/main" val="3820425758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</a:t>
                      </a: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83481"/>
                  </a:ext>
                </a:extLst>
              </a:tr>
            </a:tbl>
          </a:graphicData>
        </a:graphic>
      </p:graphicFrame>
      <p:sp>
        <p:nvSpPr>
          <p:cNvPr id="84" name="모서리가 둥근 직사각형 83"/>
          <p:cNvSpPr/>
          <p:nvPr/>
        </p:nvSpPr>
        <p:spPr>
          <a:xfrm>
            <a:off x="2521240" y="5339294"/>
            <a:ext cx="1005760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>
                <a:solidFill>
                  <a:schemeClr val="tx1"/>
                </a:solidFill>
              </a:rPr>
              <a:t>●●●●●</a:t>
            </a:r>
            <a:r>
              <a:rPr lang="ko-KR" altLang="en-US" sz="1000" dirty="0">
                <a:solidFill>
                  <a:schemeClr val="tx1"/>
                </a:solidFill>
              </a:rPr>
              <a:t>●</a:t>
            </a:r>
          </a:p>
        </p:txBody>
      </p:sp>
      <p:pic>
        <p:nvPicPr>
          <p:cNvPr id="85" name="그림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131" y="5332062"/>
            <a:ext cx="209550" cy="276225"/>
          </a:xfrm>
          <a:prstGeom prst="rect">
            <a:avLst/>
          </a:prstGeom>
        </p:spPr>
      </p:pic>
      <p:sp>
        <p:nvSpPr>
          <p:cNvPr id="86" name="직사각형 85"/>
          <p:cNvSpPr/>
          <p:nvPr/>
        </p:nvSpPr>
        <p:spPr>
          <a:xfrm>
            <a:off x="1113514" y="5633561"/>
            <a:ext cx="43877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 </a:t>
            </a:r>
            <a:r>
              <a:rPr lang="ko-KR" altLang="en-US" sz="800" b="1" dirty="0" err="1">
                <a:solidFill>
                  <a:srgbClr val="DC1B76"/>
                </a:solidFill>
                <a:latin typeface="+mn-ea"/>
              </a:rPr>
              <a:t>응답번호</a:t>
            </a:r>
            <a:r>
              <a:rPr lang="ko-KR" altLang="en-US" sz="800" b="1" dirty="0">
                <a:solidFill>
                  <a:srgbClr val="DC1B76"/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rgbClr val="DC1B76"/>
                </a:solidFill>
                <a:latin typeface="+mn-ea"/>
              </a:rPr>
              <a:t>6</a:t>
            </a:r>
            <a:r>
              <a:rPr lang="ko-KR" altLang="en-US" sz="800" b="1" dirty="0">
                <a:solidFill>
                  <a:srgbClr val="DC1B76"/>
                </a:solidFill>
                <a:latin typeface="+mn-ea"/>
              </a:rPr>
              <a:t>자리를 입력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하여 주십시오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</a:t>
            </a:r>
            <a:br>
              <a:rPr lang="en-US" altLang="ko-KR" sz="800" dirty="0">
                <a:solidFill>
                  <a:srgbClr val="666666"/>
                </a:solidFill>
                <a:latin typeface="+mn-ea"/>
              </a:rPr>
            </a:b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 비밀번호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10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회 연속 오류 시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거래일이 달라도 해당됨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) </a:t>
            </a:r>
            <a:r>
              <a:rPr lang="ko-KR" altLang="en-US" sz="800" dirty="0" err="1">
                <a:solidFill>
                  <a:srgbClr val="666666"/>
                </a:solidFill>
                <a:latin typeface="+mn-ea"/>
              </a:rPr>
              <a:t>거래이용이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제한되며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, </a:t>
            </a:r>
            <a:endParaRPr lang="en-US" altLang="ko-KR" sz="800" dirty="0" smtClean="0">
              <a:solidFill>
                <a:srgbClr val="666666"/>
              </a:solidFill>
              <a:latin typeface="+mn-ea"/>
            </a:endParaRPr>
          </a:p>
          <a:p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  </a:t>
            </a:r>
            <a:r>
              <a:rPr lang="ko-KR" altLang="en-US" sz="800" dirty="0" err="1" smtClean="0">
                <a:solidFill>
                  <a:srgbClr val="666666"/>
                </a:solidFill>
                <a:latin typeface="+mn-ea"/>
              </a:rPr>
              <a:t>오류해제를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위하여 실명확인증표 등 관련서류 지참하시어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영업점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방문하셔야 합니다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 </a:t>
            </a:r>
            <a:endParaRPr lang="ko-KR" altLang="en-US" sz="800" dirty="0">
              <a:latin typeface="+mn-ea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1034303" y="5114836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6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82507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사용자권한복사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/>
          </p:nvPr>
        </p:nvGraphicFramePr>
        <p:xfrm>
          <a:off x="9822663" y="540019"/>
          <a:ext cx="2195166" cy="4237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모든 업체의 사용자 목록을 조회하여 표시한다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선택이 되어있지 않은 상태로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권한을 복사할 사용자명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표시하고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ID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06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복사할 사용자를 검색한다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83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사용자의 권한 중 복사할 권한을 선택한다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모든 권한 체크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선택하지 않은 권한은 본인의 권한을 유지한다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하나의 권한에는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한명만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선택할 수 있도록 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버튼이지만 각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한건도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하지 않을 수도 있음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선택했다가 해제도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가능해야함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각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권한별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한사용자만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선택이지만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체크박스처럼 해제도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가능해야함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.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“3”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선택된 권한을 복사하기 위해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호출하고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전자서명을 통한 복사를 처리하고 팝업을 닫는다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권한복사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팝업을 닫는다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102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641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카드사업장권한외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업체권한은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선택된 사용자들의 업체의 합집합으로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624379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392562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781106" y="689994"/>
            <a:ext cx="6656120" cy="5922672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856375" y="799366"/>
            <a:ext cx="13163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사용자 </a:t>
            </a:r>
            <a:r>
              <a:rPr lang="ko-KR" altLang="en-US" sz="1200" b="1" kern="0" dirty="0" err="1" smtClean="0">
                <a:latin typeface="+mn-ea"/>
              </a:rPr>
              <a:t>권한복사</a:t>
            </a:r>
            <a:endParaRPr lang="ko-KR" altLang="en-US" sz="1200" b="1" dirty="0">
              <a:latin typeface="+mn-ea"/>
            </a:endParaRP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/>
          </p:nvPr>
        </p:nvGraphicFramePr>
        <p:xfrm>
          <a:off x="1034303" y="2451238"/>
          <a:ext cx="6258500" cy="239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36">
                  <a:extLst>
                    <a:ext uri="{9D8B030D-6E8A-4147-A177-3AD203B41FA5}">
                      <a16:colId xmlns:a16="http://schemas.microsoft.com/office/drawing/2014/main" val="2824362203"/>
                    </a:ext>
                  </a:extLst>
                </a:gridCol>
                <a:gridCol w="777982">
                  <a:extLst>
                    <a:ext uri="{9D8B030D-6E8A-4147-A177-3AD203B41FA5}">
                      <a16:colId xmlns:a16="http://schemas.microsoft.com/office/drawing/2014/main" val="1875575540"/>
                    </a:ext>
                  </a:extLst>
                </a:gridCol>
                <a:gridCol w="824939">
                  <a:extLst>
                    <a:ext uri="{9D8B030D-6E8A-4147-A177-3AD203B41FA5}">
                      <a16:colId xmlns:a16="http://schemas.microsoft.com/office/drawing/2014/main" val="3529541872"/>
                    </a:ext>
                  </a:extLst>
                </a:gridCol>
                <a:gridCol w="778548">
                  <a:extLst>
                    <a:ext uri="{9D8B030D-6E8A-4147-A177-3AD203B41FA5}">
                      <a16:colId xmlns:a16="http://schemas.microsoft.com/office/drawing/2014/main" val="221733858"/>
                    </a:ext>
                  </a:extLst>
                </a:gridCol>
                <a:gridCol w="828993">
                  <a:extLst>
                    <a:ext uri="{9D8B030D-6E8A-4147-A177-3AD203B41FA5}">
                      <a16:colId xmlns:a16="http://schemas.microsoft.com/office/drawing/2014/main" val="4221644846"/>
                    </a:ext>
                  </a:extLst>
                </a:gridCol>
                <a:gridCol w="886648">
                  <a:extLst>
                    <a:ext uri="{9D8B030D-6E8A-4147-A177-3AD203B41FA5}">
                      <a16:colId xmlns:a16="http://schemas.microsoft.com/office/drawing/2014/main" val="2808088250"/>
                    </a:ext>
                  </a:extLst>
                </a:gridCol>
                <a:gridCol w="899654">
                  <a:extLst>
                    <a:ext uri="{9D8B030D-6E8A-4147-A177-3AD203B41FA5}">
                      <a16:colId xmlns:a16="http://schemas.microsoft.com/office/drawing/2014/main" val="241599529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사용자명</a:t>
                      </a:r>
                      <a:r>
                        <a:rPr lang="en-US" altLang="ko-KR" sz="800" dirty="0" smtClean="0"/>
                        <a:t>(ID)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사용자타입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업무권한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일반계좌권한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입금계좌권한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카드권한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906792"/>
                  </a:ext>
                </a:extLst>
              </a:tr>
              <a:tr h="23694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김부산</a:t>
                      </a:r>
                      <a:r>
                        <a:rPr lang="en-US" altLang="ko-KR" sz="700" dirty="0" smtClean="0"/>
                        <a:t>(PBSBANK)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관리자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디지털전략부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407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김울산</a:t>
                      </a:r>
                      <a:r>
                        <a:rPr lang="en-US" altLang="ko-KR" sz="700" dirty="0" smtClean="0"/>
                        <a:t>(PBSBANK001)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부관리자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6184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PBSBANK002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4369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PBSBANK003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28646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PBSBANK004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26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김거제</a:t>
                      </a:r>
                      <a:r>
                        <a:rPr lang="en-US" altLang="ko-KR" sz="700" dirty="0" smtClean="0"/>
                        <a:t>(PBSBANK005)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69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김통영</a:t>
                      </a:r>
                      <a:r>
                        <a:rPr lang="en-US" altLang="ko-KR" sz="700" dirty="0" smtClean="0"/>
                        <a:t>(PBSBANK006)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908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김마산</a:t>
                      </a:r>
                      <a:r>
                        <a:rPr lang="en-US" altLang="ko-KR" sz="700" dirty="0" smtClean="0"/>
                        <a:t>(PBSBANK007)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1359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김창원</a:t>
                      </a:r>
                      <a:r>
                        <a:rPr lang="en-US" altLang="ko-KR" sz="700" dirty="0" smtClean="0"/>
                        <a:t>(PBSBANK008)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563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김안동</a:t>
                      </a:r>
                      <a:r>
                        <a:rPr lang="en-US" altLang="ko-KR" sz="700" dirty="0" smtClean="0"/>
                        <a:t>(PBSBANK009)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564108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7267404" y="2653327"/>
            <a:ext cx="45719" cy="1971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Freeform 11"/>
          <p:cNvSpPr>
            <a:spLocks noChangeArrowheads="1"/>
          </p:cNvSpPr>
          <p:nvPr/>
        </p:nvSpPr>
        <p:spPr bwMode="auto">
          <a:xfrm>
            <a:off x="7159750" y="865865"/>
            <a:ext cx="147562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3" name="그룹 112"/>
          <p:cNvGrpSpPr/>
          <p:nvPr/>
        </p:nvGrpSpPr>
        <p:grpSpPr>
          <a:xfrm>
            <a:off x="5499469" y="2193406"/>
            <a:ext cx="1767513" cy="194762"/>
            <a:chOff x="5087887" y="864761"/>
            <a:chExt cx="1767513" cy="194762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ID,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이름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부서로 검색해주세요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2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2797251" y="5736304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 smtClean="0">
                <a:solidFill>
                  <a:schemeClr val="bg1"/>
                </a:solidFill>
              </a:rPr>
              <a:t>결재요청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3887391" y="5733451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취소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3820975" y="2631408"/>
            <a:ext cx="3546979" cy="2353341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1034878" y="1421238"/>
          <a:ext cx="6206348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582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1036127" y="1135022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036127" y="2153563"/>
            <a:ext cx="143244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복사 대상 사용자 목록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7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2628401" y="1447795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8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7644657" y="1155089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7644657" y="859239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사용자 변경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7644657" y="1371107"/>
            <a:ext cx="1734481" cy="7601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</a:t>
            </a:r>
          </a:p>
          <a:p>
            <a:r>
              <a:rPr lang="ko-KR" altLang="en-US" sz="900" dirty="0" smtClean="0">
                <a:solidFill>
                  <a:schemeClr val="tx1"/>
                </a:solidFill>
              </a:rPr>
              <a:t>김경남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(PBSBANK002)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김문현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(PBSBANK003)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김거제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(PBSBANK004)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7680352" y="1461519"/>
            <a:ext cx="1661421" cy="151131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직사각형 203"/>
          <p:cNvSpPr/>
          <p:nvPr/>
        </p:nvSpPr>
        <p:spPr>
          <a:xfrm>
            <a:off x="9408383" y="5022110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상호점검사용기업</a:t>
            </a:r>
            <a:endParaRPr lang="ko-KR" altLang="en-US" dirty="0"/>
          </a:p>
        </p:txBody>
      </p:sp>
      <p:sp>
        <p:nvSpPr>
          <p:cNvPr id="88" name="모서리가 둥근 직사각형 87"/>
          <p:cNvSpPr/>
          <p:nvPr/>
        </p:nvSpPr>
        <p:spPr>
          <a:xfrm>
            <a:off x="7191387" y="2511455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191" name="타원 190"/>
          <p:cNvSpPr/>
          <p:nvPr/>
        </p:nvSpPr>
        <p:spPr>
          <a:xfrm>
            <a:off x="4208197" y="274585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2" name="타원 191"/>
          <p:cNvSpPr/>
          <p:nvPr/>
        </p:nvSpPr>
        <p:spPr>
          <a:xfrm>
            <a:off x="4216845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3" name="타원 192"/>
          <p:cNvSpPr/>
          <p:nvPr/>
        </p:nvSpPr>
        <p:spPr>
          <a:xfrm>
            <a:off x="4216845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4" name="타원 193"/>
          <p:cNvSpPr/>
          <p:nvPr/>
        </p:nvSpPr>
        <p:spPr>
          <a:xfrm>
            <a:off x="4216845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5" name="타원 194"/>
          <p:cNvSpPr/>
          <p:nvPr/>
        </p:nvSpPr>
        <p:spPr>
          <a:xfrm>
            <a:off x="5009492" y="295294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6" name="타원 195"/>
          <p:cNvSpPr/>
          <p:nvPr/>
        </p:nvSpPr>
        <p:spPr>
          <a:xfrm>
            <a:off x="5014015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6" name="타원 205"/>
          <p:cNvSpPr>
            <a:spLocks noChangeAspect="1"/>
          </p:cNvSpPr>
          <p:nvPr/>
        </p:nvSpPr>
        <p:spPr>
          <a:xfrm>
            <a:off x="5043550" y="2988654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7" name="타원 206"/>
          <p:cNvSpPr/>
          <p:nvPr/>
        </p:nvSpPr>
        <p:spPr>
          <a:xfrm>
            <a:off x="5014015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8" name="타원 207"/>
          <p:cNvSpPr/>
          <p:nvPr/>
        </p:nvSpPr>
        <p:spPr>
          <a:xfrm>
            <a:off x="5014015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9" name="타원 208"/>
          <p:cNvSpPr/>
          <p:nvPr/>
        </p:nvSpPr>
        <p:spPr>
          <a:xfrm>
            <a:off x="5014015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0" name="타원 209"/>
          <p:cNvSpPr/>
          <p:nvPr/>
        </p:nvSpPr>
        <p:spPr>
          <a:xfrm>
            <a:off x="5014015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1" name="타원 210"/>
          <p:cNvSpPr/>
          <p:nvPr/>
        </p:nvSpPr>
        <p:spPr>
          <a:xfrm>
            <a:off x="5876784" y="295294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2" name="타원 211"/>
          <p:cNvSpPr/>
          <p:nvPr/>
        </p:nvSpPr>
        <p:spPr>
          <a:xfrm>
            <a:off x="5881307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3" name="타원 212"/>
          <p:cNvSpPr>
            <a:spLocks noChangeAspect="1"/>
          </p:cNvSpPr>
          <p:nvPr/>
        </p:nvSpPr>
        <p:spPr>
          <a:xfrm>
            <a:off x="5910842" y="2988654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4" name="타원 213"/>
          <p:cNvSpPr/>
          <p:nvPr/>
        </p:nvSpPr>
        <p:spPr>
          <a:xfrm>
            <a:off x="5881307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5" name="타원 214"/>
          <p:cNvSpPr/>
          <p:nvPr/>
        </p:nvSpPr>
        <p:spPr>
          <a:xfrm>
            <a:off x="5881307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6" name="타원 215"/>
          <p:cNvSpPr/>
          <p:nvPr/>
        </p:nvSpPr>
        <p:spPr>
          <a:xfrm>
            <a:off x="5881307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7" name="타원 216"/>
          <p:cNvSpPr/>
          <p:nvPr/>
        </p:nvSpPr>
        <p:spPr>
          <a:xfrm>
            <a:off x="5881307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8" name="타원 217"/>
          <p:cNvSpPr/>
          <p:nvPr/>
        </p:nvSpPr>
        <p:spPr>
          <a:xfrm>
            <a:off x="6748191" y="33956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9" name="타원 218"/>
          <p:cNvSpPr>
            <a:spLocks noChangeAspect="1"/>
          </p:cNvSpPr>
          <p:nvPr/>
        </p:nvSpPr>
        <p:spPr>
          <a:xfrm>
            <a:off x="6782249" y="3431369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0" name="타원 219"/>
          <p:cNvSpPr/>
          <p:nvPr/>
        </p:nvSpPr>
        <p:spPr>
          <a:xfrm>
            <a:off x="6748599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1" name="타원 220"/>
          <p:cNvSpPr/>
          <p:nvPr/>
        </p:nvSpPr>
        <p:spPr>
          <a:xfrm>
            <a:off x="6748599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2" name="타원 221"/>
          <p:cNvSpPr/>
          <p:nvPr/>
        </p:nvSpPr>
        <p:spPr>
          <a:xfrm>
            <a:off x="6748599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3" name="타원 222"/>
          <p:cNvSpPr/>
          <p:nvPr/>
        </p:nvSpPr>
        <p:spPr>
          <a:xfrm>
            <a:off x="6748191" y="293339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4" name="타원 223"/>
          <p:cNvSpPr/>
          <p:nvPr/>
        </p:nvSpPr>
        <p:spPr>
          <a:xfrm>
            <a:off x="6748191" y="316305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5" name="타원 224"/>
          <p:cNvSpPr/>
          <p:nvPr/>
        </p:nvSpPr>
        <p:spPr>
          <a:xfrm>
            <a:off x="4216845" y="29392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6" name="타원 225"/>
          <p:cNvSpPr/>
          <p:nvPr/>
        </p:nvSpPr>
        <p:spPr>
          <a:xfrm>
            <a:off x="4210850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7" name="타원 226"/>
          <p:cNvSpPr>
            <a:spLocks noChangeAspect="1"/>
          </p:cNvSpPr>
          <p:nvPr/>
        </p:nvSpPr>
        <p:spPr>
          <a:xfrm>
            <a:off x="4244908" y="3643409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8" name="타원 227"/>
          <p:cNvSpPr/>
          <p:nvPr/>
        </p:nvSpPr>
        <p:spPr>
          <a:xfrm>
            <a:off x="4222277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9" name="타원 228"/>
          <p:cNvSpPr/>
          <p:nvPr/>
        </p:nvSpPr>
        <p:spPr>
          <a:xfrm>
            <a:off x="5019447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0" name="타원 229"/>
          <p:cNvSpPr/>
          <p:nvPr/>
        </p:nvSpPr>
        <p:spPr>
          <a:xfrm>
            <a:off x="5886739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1" name="타원 230"/>
          <p:cNvSpPr/>
          <p:nvPr/>
        </p:nvSpPr>
        <p:spPr>
          <a:xfrm>
            <a:off x="6754031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2" name="타원 231"/>
          <p:cNvSpPr/>
          <p:nvPr/>
        </p:nvSpPr>
        <p:spPr>
          <a:xfrm>
            <a:off x="4225866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3" name="타원 232"/>
          <p:cNvSpPr/>
          <p:nvPr/>
        </p:nvSpPr>
        <p:spPr>
          <a:xfrm>
            <a:off x="5023036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4" name="타원 233"/>
          <p:cNvSpPr/>
          <p:nvPr/>
        </p:nvSpPr>
        <p:spPr>
          <a:xfrm>
            <a:off x="5890328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5" name="타원 234"/>
          <p:cNvSpPr/>
          <p:nvPr/>
        </p:nvSpPr>
        <p:spPr>
          <a:xfrm>
            <a:off x="6757620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6" name="타원 235"/>
          <p:cNvSpPr/>
          <p:nvPr/>
        </p:nvSpPr>
        <p:spPr>
          <a:xfrm>
            <a:off x="4231298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7" name="타원 236"/>
          <p:cNvSpPr/>
          <p:nvPr/>
        </p:nvSpPr>
        <p:spPr>
          <a:xfrm>
            <a:off x="5028468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8" name="타원 237"/>
          <p:cNvSpPr/>
          <p:nvPr/>
        </p:nvSpPr>
        <p:spPr>
          <a:xfrm>
            <a:off x="5895760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9" name="타원 238"/>
          <p:cNvSpPr/>
          <p:nvPr/>
        </p:nvSpPr>
        <p:spPr>
          <a:xfrm>
            <a:off x="6763052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0" name="타원 239"/>
          <p:cNvSpPr/>
          <p:nvPr/>
        </p:nvSpPr>
        <p:spPr>
          <a:xfrm>
            <a:off x="4237119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1" name="타원 240"/>
          <p:cNvSpPr/>
          <p:nvPr/>
        </p:nvSpPr>
        <p:spPr>
          <a:xfrm>
            <a:off x="5034289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2" name="타원 241"/>
          <p:cNvSpPr/>
          <p:nvPr/>
        </p:nvSpPr>
        <p:spPr>
          <a:xfrm>
            <a:off x="5901581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3" name="타원 242"/>
          <p:cNvSpPr/>
          <p:nvPr/>
        </p:nvSpPr>
        <p:spPr>
          <a:xfrm>
            <a:off x="6768873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" name="직사각형 1"/>
          <p:cNvSpPr/>
          <p:nvPr/>
        </p:nvSpPr>
        <p:spPr>
          <a:xfrm>
            <a:off x="4982554" y="3013782"/>
            <a:ext cx="222689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전자서명으로 변경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2023-04-13</a:t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상호점검사용기업은 결재요청버튼 제공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045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사용자권한복사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221900"/>
              </p:ext>
            </p:extLst>
          </p:nvPr>
        </p:nvGraphicFramePr>
        <p:xfrm>
          <a:off x="9822663" y="540019"/>
          <a:ext cx="2195166" cy="1646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하나의 권한에는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한명의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사용자만 선택할 수 있음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라디오버튼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 되어야함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06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“1”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선택된 사용자들의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83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관리되는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개의 권한 중 일부 권한만 선택도 가능함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업무권한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일반계좌권한만 복사 가능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624379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392562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46358"/>
              </p:ext>
            </p:extLst>
          </p:nvPr>
        </p:nvGraphicFramePr>
        <p:xfrm>
          <a:off x="424703" y="935795"/>
          <a:ext cx="6258500" cy="1532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36">
                  <a:extLst>
                    <a:ext uri="{9D8B030D-6E8A-4147-A177-3AD203B41FA5}">
                      <a16:colId xmlns:a16="http://schemas.microsoft.com/office/drawing/2014/main" val="2824362203"/>
                    </a:ext>
                  </a:extLst>
                </a:gridCol>
                <a:gridCol w="777982">
                  <a:extLst>
                    <a:ext uri="{9D8B030D-6E8A-4147-A177-3AD203B41FA5}">
                      <a16:colId xmlns:a16="http://schemas.microsoft.com/office/drawing/2014/main" val="1875575540"/>
                    </a:ext>
                  </a:extLst>
                </a:gridCol>
                <a:gridCol w="824939">
                  <a:extLst>
                    <a:ext uri="{9D8B030D-6E8A-4147-A177-3AD203B41FA5}">
                      <a16:colId xmlns:a16="http://schemas.microsoft.com/office/drawing/2014/main" val="3529541872"/>
                    </a:ext>
                  </a:extLst>
                </a:gridCol>
                <a:gridCol w="778548">
                  <a:extLst>
                    <a:ext uri="{9D8B030D-6E8A-4147-A177-3AD203B41FA5}">
                      <a16:colId xmlns:a16="http://schemas.microsoft.com/office/drawing/2014/main" val="221733858"/>
                    </a:ext>
                  </a:extLst>
                </a:gridCol>
                <a:gridCol w="828993">
                  <a:extLst>
                    <a:ext uri="{9D8B030D-6E8A-4147-A177-3AD203B41FA5}">
                      <a16:colId xmlns:a16="http://schemas.microsoft.com/office/drawing/2014/main" val="4221644846"/>
                    </a:ext>
                  </a:extLst>
                </a:gridCol>
                <a:gridCol w="886648">
                  <a:extLst>
                    <a:ext uri="{9D8B030D-6E8A-4147-A177-3AD203B41FA5}">
                      <a16:colId xmlns:a16="http://schemas.microsoft.com/office/drawing/2014/main" val="2808088250"/>
                    </a:ext>
                  </a:extLst>
                </a:gridCol>
                <a:gridCol w="899654">
                  <a:extLst>
                    <a:ext uri="{9D8B030D-6E8A-4147-A177-3AD203B41FA5}">
                      <a16:colId xmlns:a16="http://schemas.microsoft.com/office/drawing/2014/main" val="241599529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사용자명</a:t>
                      </a:r>
                      <a:r>
                        <a:rPr lang="en-US" altLang="ko-KR" sz="800" dirty="0" smtClean="0"/>
                        <a:t>(ID)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사용자타입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업무권한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일반계좌권한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입금계좌권한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카드권한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906792"/>
                  </a:ext>
                </a:extLst>
              </a:tr>
              <a:tr h="23694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김부산</a:t>
                      </a:r>
                      <a:r>
                        <a:rPr lang="en-US" altLang="ko-KR" sz="700" dirty="0" smtClean="0"/>
                        <a:t>(PBSBANK)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관리자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디지털전략부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407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김울산</a:t>
                      </a:r>
                      <a:r>
                        <a:rPr lang="en-US" altLang="ko-KR" sz="700" dirty="0" smtClean="0"/>
                        <a:t>(PBSBANK001)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부관리자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6184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PBSBANK002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4369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PBSBANK003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28646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PBSBANK004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26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김거제</a:t>
                      </a:r>
                      <a:r>
                        <a:rPr lang="en-US" altLang="ko-KR" sz="700" dirty="0" smtClean="0"/>
                        <a:t>(PBSBANK005)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6962"/>
                  </a:ext>
                </a:extLst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426527" y="638120"/>
            <a:ext cx="143244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복사 대상 사용자 목록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423472" y="1136448"/>
            <a:ext cx="486174" cy="1366429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/>
          <p:cNvSpPr/>
          <p:nvPr/>
        </p:nvSpPr>
        <p:spPr>
          <a:xfrm>
            <a:off x="3327773" y="1046449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A</a:t>
            </a:r>
            <a:endParaRPr lang="ko-KR" altLang="en-US" sz="600" b="1" dirty="0"/>
          </a:p>
        </p:txBody>
      </p:sp>
      <p:sp>
        <p:nvSpPr>
          <p:cNvPr id="79" name="타원 78"/>
          <p:cNvSpPr/>
          <p:nvPr/>
        </p:nvSpPr>
        <p:spPr>
          <a:xfrm>
            <a:off x="3600767" y="122901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2" name="타원 81"/>
          <p:cNvSpPr/>
          <p:nvPr/>
        </p:nvSpPr>
        <p:spPr>
          <a:xfrm>
            <a:off x="3609415" y="166577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5" name="타원 84"/>
          <p:cNvSpPr/>
          <p:nvPr/>
        </p:nvSpPr>
        <p:spPr>
          <a:xfrm>
            <a:off x="3609415" y="186758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7" name="타원 86"/>
          <p:cNvSpPr/>
          <p:nvPr/>
        </p:nvSpPr>
        <p:spPr>
          <a:xfrm>
            <a:off x="3609415" y="232052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90" name="타원 89"/>
          <p:cNvSpPr/>
          <p:nvPr/>
        </p:nvSpPr>
        <p:spPr>
          <a:xfrm>
            <a:off x="4402062" y="143611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91" name="타원 90"/>
          <p:cNvSpPr/>
          <p:nvPr/>
        </p:nvSpPr>
        <p:spPr>
          <a:xfrm>
            <a:off x="4406585" y="166577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92" name="타원 91"/>
          <p:cNvSpPr>
            <a:spLocks noChangeAspect="1"/>
          </p:cNvSpPr>
          <p:nvPr/>
        </p:nvSpPr>
        <p:spPr>
          <a:xfrm>
            <a:off x="4436120" y="1471820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93" name="타원 92"/>
          <p:cNvSpPr/>
          <p:nvPr/>
        </p:nvSpPr>
        <p:spPr>
          <a:xfrm>
            <a:off x="4406585" y="186758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94" name="타원 93"/>
          <p:cNvSpPr/>
          <p:nvPr/>
        </p:nvSpPr>
        <p:spPr>
          <a:xfrm>
            <a:off x="4406585" y="209086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95" name="타원 94"/>
          <p:cNvSpPr/>
          <p:nvPr/>
        </p:nvSpPr>
        <p:spPr>
          <a:xfrm>
            <a:off x="4406585" y="232052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0" name="타원 99"/>
          <p:cNvSpPr/>
          <p:nvPr/>
        </p:nvSpPr>
        <p:spPr>
          <a:xfrm>
            <a:off x="4406585" y="121351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1" name="타원 100"/>
          <p:cNvSpPr/>
          <p:nvPr/>
        </p:nvSpPr>
        <p:spPr>
          <a:xfrm>
            <a:off x="5269354" y="143611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2" name="타원 101"/>
          <p:cNvSpPr/>
          <p:nvPr/>
        </p:nvSpPr>
        <p:spPr>
          <a:xfrm>
            <a:off x="5273877" y="166577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3" name="타원 102"/>
          <p:cNvSpPr>
            <a:spLocks noChangeAspect="1"/>
          </p:cNvSpPr>
          <p:nvPr/>
        </p:nvSpPr>
        <p:spPr>
          <a:xfrm>
            <a:off x="5303412" y="1471820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4" name="타원 103"/>
          <p:cNvSpPr/>
          <p:nvPr/>
        </p:nvSpPr>
        <p:spPr>
          <a:xfrm>
            <a:off x="5273877" y="186758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5" name="타원 104"/>
          <p:cNvSpPr/>
          <p:nvPr/>
        </p:nvSpPr>
        <p:spPr>
          <a:xfrm>
            <a:off x="5273877" y="209086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6" name="타원 105"/>
          <p:cNvSpPr/>
          <p:nvPr/>
        </p:nvSpPr>
        <p:spPr>
          <a:xfrm>
            <a:off x="5273877" y="232052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7" name="타원 106"/>
          <p:cNvSpPr/>
          <p:nvPr/>
        </p:nvSpPr>
        <p:spPr>
          <a:xfrm>
            <a:off x="5273877" y="121351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8" name="타원 107"/>
          <p:cNvSpPr/>
          <p:nvPr/>
        </p:nvSpPr>
        <p:spPr>
          <a:xfrm>
            <a:off x="6140761" y="187882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10" name="타원 109"/>
          <p:cNvSpPr>
            <a:spLocks noChangeAspect="1"/>
          </p:cNvSpPr>
          <p:nvPr/>
        </p:nvSpPr>
        <p:spPr>
          <a:xfrm>
            <a:off x="6174819" y="1914535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16" name="타원 115"/>
          <p:cNvSpPr/>
          <p:nvPr/>
        </p:nvSpPr>
        <p:spPr>
          <a:xfrm>
            <a:off x="6141169" y="209086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45" name="타원 144"/>
          <p:cNvSpPr/>
          <p:nvPr/>
        </p:nvSpPr>
        <p:spPr>
          <a:xfrm>
            <a:off x="6141169" y="232052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63" name="타원 162"/>
          <p:cNvSpPr/>
          <p:nvPr/>
        </p:nvSpPr>
        <p:spPr>
          <a:xfrm>
            <a:off x="6141169" y="121351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64" name="타원 163"/>
          <p:cNvSpPr/>
          <p:nvPr/>
        </p:nvSpPr>
        <p:spPr>
          <a:xfrm>
            <a:off x="6140761" y="14165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65" name="타원 164"/>
          <p:cNvSpPr/>
          <p:nvPr/>
        </p:nvSpPr>
        <p:spPr>
          <a:xfrm>
            <a:off x="6140761" y="164622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444282"/>
              </p:ext>
            </p:extLst>
          </p:nvPr>
        </p:nvGraphicFramePr>
        <p:xfrm>
          <a:off x="398148" y="2939318"/>
          <a:ext cx="1691323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530">
                  <a:extLst>
                    <a:ext uri="{9D8B030D-6E8A-4147-A177-3AD203B41FA5}">
                      <a16:colId xmlns:a16="http://schemas.microsoft.com/office/drawing/2014/main" val="2702695846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73056592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사용자명</a:t>
                      </a:r>
                      <a:r>
                        <a:rPr lang="en-US" altLang="ko-KR" sz="800" dirty="0" smtClean="0"/>
                        <a:t>(ID)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기업권한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492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김울산</a:t>
                      </a:r>
                      <a:r>
                        <a:rPr lang="en-US" altLang="ko-KR" sz="700" dirty="0" smtClean="0"/>
                        <a:t>(PBSBANK001)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C</a:t>
                      </a:r>
                      <a:r>
                        <a:rPr lang="ko-KR" altLang="en-US" sz="700" dirty="0" smtClean="0"/>
                        <a:t>업체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9026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PBSBANK002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A</a:t>
                      </a:r>
                      <a:r>
                        <a:rPr lang="ko-KR" altLang="en-US" sz="700" dirty="0" smtClean="0"/>
                        <a:t>업체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596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PBSBANK003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D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업체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14705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PBSBANK004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C</a:t>
                      </a:r>
                      <a:r>
                        <a:rPr lang="ko-KR" altLang="en-US" sz="700" dirty="0" smtClean="0"/>
                        <a:t>업체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87766"/>
                  </a:ext>
                </a:extLst>
              </a:tr>
            </a:tbl>
          </a:graphicData>
        </a:graphic>
      </p:graphicFrame>
      <p:sp>
        <p:nvSpPr>
          <p:cNvPr id="167" name="TextBox 166"/>
          <p:cNvSpPr txBox="1"/>
          <p:nvPr/>
        </p:nvSpPr>
        <p:spPr>
          <a:xfrm>
            <a:off x="398148" y="2677708"/>
            <a:ext cx="2772554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■  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        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에서 선택된 사용자의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기업권한복사 예시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68" name="타원 167"/>
          <p:cNvSpPr/>
          <p:nvPr/>
        </p:nvSpPr>
        <p:spPr>
          <a:xfrm>
            <a:off x="3609415" y="142242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70" name="타원 169"/>
          <p:cNvSpPr/>
          <p:nvPr/>
        </p:nvSpPr>
        <p:spPr>
          <a:xfrm>
            <a:off x="3603420" y="209086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74" name="타원 173"/>
          <p:cNvSpPr>
            <a:spLocks noChangeAspect="1"/>
          </p:cNvSpPr>
          <p:nvPr/>
        </p:nvSpPr>
        <p:spPr>
          <a:xfrm>
            <a:off x="3637478" y="2126575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72153" y="551429"/>
            <a:ext cx="251992" cy="230832"/>
            <a:chOff x="4867679" y="3090156"/>
            <a:chExt cx="251992" cy="230832"/>
          </a:xfrm>
        </p:grpSpPr>
        <p:sp>
          <p:nvSpPr>
            <p:cNvPr id="17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12945" y="2677708"/>
            <a:ext cx="251992" cy="230832"/>
            <a:chOff x="4867678" y="3090156"/>
            <a:chExt cx="251992" cy="230832"/>
          </a:xfrm>
        </p:grpSpPr>
        <p:sp>
          <p:nvSpPr>
            <p:cNvPr id="18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" name="오른쪽 화살표 3"/>
          <p:cNvSpPr/>
          <p:nvPr/>
        </p:nvSpPr>
        <p:spPr>
          <a:xfrm>
            <a:off x="2295979" y="3329848"/>
            <a:ext cx="668215" cy="2989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217985" y="3112477"/>
            <a:ext cx="3701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pc="-150" dirty="0" smtClean="0">
                <a:solidFill>
                  <a:prstClr val="black"/>
                </a:solidFill>
                <a:ea typeface="맑은 고딕"/>
              </a:rPr>
              <a:t>복사될 사용자의 </a:t>
            </a:r>
            <a:r>
              <a:rPr lang="ko-KR" altLang="en-US" sz="1600" spc="-150" dirty="0" err="1" smtClean="0">
                <a:solidFill>
                  <a:prstClr val="black"/>
                </a:solidFill>
                <a:ea typeface="맑은 고딕"/>
              </a:rPr>
              <a:t>기업권한은</a:t>
            </a:r>
            <a:r>
              <a:rPr lang="ko-KR" altLang="en-US" sz="1600" spc="-150" dirty="0" smtClean="0">
                <a:solidFill>
                  <a:prstClr val="black"/>
                </a:solidFill>
                <a:ea typeface="맑은 고딕"/>
              </a:rPr>
              <a:t> </a:t>
            </a:r>
            <a:r>
              <a:rPr lang="en-US" altLang="ko-KR" sz="1600" spc="-150" dirty="0" smtClean="0">
                <a:solidFill>
                  <a:prstClr val="black"/>
                </a:solidFill>
                <a:ea typeface="맑은 고딕"/>
              </a:rPr>
              <a:t>4</a:t>
            </a:r>
            <a:r>
              <a:rPr lang="ko-KR" altLang="en-US" sz="1600" spc="-150" dirty="0" smtClean="0">
                <a:solidFill>
                  <a:prstClr val="black"/>
                </a:solidFill>
                <a:ea typeface="맑은 고딕"/>
              </a:rPr>
              <a:t>명의 사용자에 부여된 </a:t>
            </a:r>
            <a:r>
              <a:rPr lang="ko-KR" altLang="en-US" sz="1600" spc="-150" dirty="0" err="1" smtClean="0">
                <a:solidFill>
                  <a:prstClr val="black"/>
                </a:solidFill>
                <a:ea typeface="맑은 고딕"/>
              </a:rPr>
              <a:t>기업권한의</a:t>
            </a:r>
            <a:r>
              <a:rPr lang="ko-KR" altLang="en-US" sz="1600" spc="-150" dirty="0" smtClean="0">
                <a:solidFill>
                  <a:prstClr val="black"/>
                </a:solidFill>
                <a:ea typeface="맑은 고딕"/>
              </a:rPr>
              <a:t> 합집합을 부여함</a:t>
            </a:r>
            <a:endParaRPr lang="en-US" altLang="ko-KR" sz="1600" spc="-150" dirty="0" smtClean="0">
              <a:solidFill>
                <a:prstClr val="black"/>
              </a:solidFill>
              <a:ea typeface="맑은 고딕"/>
            </a:endParaRPr>
          </a:p>
          <a:p>
            <a:r>
              <a:rPr lang="en-US" altLang="ko-KR" sz="1600" spc="-150" dirty="0" smtClean="0">
                <a:solidFill>
                  <a:prstClr val="black"/>
                </a:solidFill>
                <a:ea typeface="맑은 고딕"/>
                <a:sym typeface="Wingdings" panose="05000000000000000000" pitchFamily="2" charset="2"/>
              </a:rPr>
              <a:t>  A, C, D </a:t>
            </a:r>
            <a:r>
              <a:rPr lang="ko-KR" altLang="en-US" sz="1600" spc="-150" dirty="0" smtClean="0">
                <a:solidFill>
                  <a:prstClr val="black"/>
                </a:solidFill>
                <a:ea typeface="맑은 고딕"/>
                <a:sym typeface="Wingdings" panose="05000000000000000000" pitchFamily="2" charset="2"/>
              </a:rPr>
              <a:t>업체 권한 부여됨</a:t>
            </a:r>
            <a:endParaRPr lang="en-US" altLang="ko-KR" sz="1600" spc="-150" dirty="0" smtClean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86" name="타원 185"/>
          <p:cNvSpPr/>
          <p:nvPr/>
        </p:nvSpPr>
        <p:spPr>
          <a:xfrm>
            <a:off x="313190" y="2895614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B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247764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324008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>
                <a:latin typeface="+mn-ea"/>
                <a:cs typeface="Segoe UI" panose="020B0502040204020203" pitchFamily="34" charset="0"/>
              </a:rPr>
              <a:t>1</a:t>
            </a:r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.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사용자관리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724" y="2716308"/>
            <a:ext cx="4146707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atin typeface="+mn-ea"/>
                <a:cs typeface="Segoe UI" panose="020B0502040204020203" pitchFamily="34" charset="0"/>
              </a:rPr>
              <a:t>1</a:t>
            </a:r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.1.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사용자정보관리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1.2.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기업권한설정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1.3.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업무권한설정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1.4.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일반계좌권한설정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1.5.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입금계좌권한설정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1.6. </a:t>
            </a:r>
            <a:r>
              <a:rPr lang="ko-KR" altLang="en-US" dirty="0">
                <a:latin typeface="+mn-ea"/>
                <a:cs typeface="Segoe UI" panose="020B0502040204020203" pitchFamily="34" charset="0"/>
              </a:rPr>
              <a:t>카드사업장권한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945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4637672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1.1.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사용자정보관리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77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407004"/>
              </p:ext>
            </p:extLst>
          </p:nvPr>
        </p:nvGraphicFramePr>
        <p:xfrm>
          <a:off x="9822663" y="540019"/>
          <a:ext cx="2195166" cy="7853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관리 안내 문구 추가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</a:t>
                      </a:r>
                      <a:r>
                        <a:rPr lang="ko-KR" altLang="en-US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필요사항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77168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73318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 smtClean="0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7447086" y="6382949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99" name="TextBox 198"/>
          <p:cNvSpPr txBox="1"/>
          <p:nvPr/>
        </p:nvSpPr>
        <p:spPr>
          <a:xfrm>
            <a:off x="375050" y="2047858"/>
            <a:ext cx="61010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상호점검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200" name="표 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710024"/>
              </p:ext>
            </p:extLst>
          </p:nvPr>
        </p:nvGraphicFramePr>
        <p:xfrm>
          <a:off x="375050" y="2408290"/>
          <a:ext cx="7821726" cy="31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상호점검사용여부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1" name="TextBox 200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602715" y="2456377"/>
            <a:ext cx="888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미사용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2491491" y="2457578"/>
            <a:ext cx="82927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상호점검설정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2023-03-20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사용자관리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헤더 타이틀 아래에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안내 문구 추가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75050" y="932705"/>
            <a:ext cx="7754904" cy="1054855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결과 내 검색은 아이디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부서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직위로 검색하실 수 있습니다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900" dirty="0" smtClean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자주 쓰는 입금계좌공유는 본인이 사용하는 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자주쓰는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입급계좌정보를 공유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공유안함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설정할 수 있습니다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기안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결재제한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설정값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안내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9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제한없음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결재선 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지정시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불가 조건이 없습니다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기안불가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:  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기안자로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지정할 수 없는 사용자로 결재자 또는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승인자로만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등록 가능합니다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단독결재불가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상위 결재자 또는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승인자가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필요한 사용자로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최종결재자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및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승인자로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등록이 불가한 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사용자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>
            <a:off x="375050" y="3195131"/>
            <a:ext cx="1767513" cy="194762"/>
            <a:chOff x="5087887" y="864761"/>
            <a:chExt cx="1767513" cy="194762"/>
          </a:xfrm>
        </p:grpSpPr>
        <p:sp>
          <p:nvSpPr>
            <p:cNvPr id="139" name="모서리가 둥근 직사각형 138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결과 내 검색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0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1" name="직사각형 140"/>
          <p:cNvSpPr/>
          <p:nvPr/>
        </p:nvSpPr>
        <p:spPr>
          <a:xfrm>
            <a:off x="7205428" y="3216769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382602" y="2848801"/>
            <a:ext cx="701474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3" name="표 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987036"/>
              </p:ext>
            </p:extLst>
          </p:nvPr>
        </p:nvGraphicFramePr>
        <p:xfrm>
          <a:off x="375050" y="3477121"/>
          <a:ext cx="8681027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57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1014312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181551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973368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1084385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1354015">
                  <a:extLst>
                    <a:ext uri="{9D8B030D-6E8A-4147-A177-3AD203B41FA5}">
                      <a16:colId xmlns:a16="http://schemas.microsoft.com/office/drawing/2014/main" val="1764096380"/>
                    </a:ext>
                  </a:extLst>
                </a:gridCol>
                <a:gridCol w="1400908">
                  <a:extLst>
                    <a:ext uri="{9D8B030D-6E8A-4147-A177-3AD203B41FA5}">
                      <a16:colId xmlns:a16="http://schemas.microsoft.com/office/drawing/2014/main" val="173826525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</a:tblGrid>
              <a:tr h="1524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                 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사용자명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직장전화번호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기안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결재제한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보안매체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일련번호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업무가능일시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사용자권한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부서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내선번호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모바일뱅킹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7075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사용자상태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휴대전화번호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자주쓰는입금계좌공유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간편인증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758959"/>
                  </a:ext>
                </a:extLst>
              </a:tr>
              <a:tr h="186986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김부산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제한없음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1869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관리자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CEO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100,000.00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201815"/>
                  </a:ext>
                </a:extLst>
              </a:tr>
            </a:tbl>
          </a:graphicData>
        </a:graphic>
      </p:graphicFrame>
      <p:grpSp>
        <p:nvGrpSpPr>
          <p:cNvPr id="144" name="그룹 143"/>
          <p:cNvGrpSpPr/>
          <p:nvPr/>
        </p:nvGrpSpPr>
        <p:grpSpPr>
          <a:xfrm>
            <a:off x="65872" y="4174241"/>
            <a:ext cx="9190080" cy="255343"/>
            <a:chOff x="2638132" y="2022105"/>
            <a:chExt cx="3455988" cy="255343"/>
          </a:xfrm>
        </p:grpSpPr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148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146" name="TextBox 145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51" name="그룹 150"/>
          <p:cNvGrpSpPr/>
          <p:nvPr/>
        </p:nvGrpSpPr>
        <p:grpSpPr>
          <a:xfrm>
            <a:off x="94091" y="4340048"/>
            <a:ext cx="9190080" cy="255343"/>
            <a:chOff x="2638132" y="2022105"/>
            <a:chExt cx="3455988" cy="255343"/>
          </a:xfrm>
        </p:grpSpPr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154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153" name="TextBox 152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64336" y="762693"/>
            <a:ext cx="251992" cy="230832"/>
            <a:chOff x="4867678" y="3090156"/>
            <a:chExt cx="251992" cy="230832"/>
          </a:xfrm>
        </p:grpSpPr>
        <p:sp>
          <p:nvSpPr>
            <p:cNvPr id="3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9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616423" y="5753748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40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661488" y="5753748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</a:rPr>
              <a:t>재조회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1485183" y="4688676"/>
            <a:ext cx="85170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이용메뉴지정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2392820" y="4695370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일반계좌지정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467159" y="4686137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입금계좌지정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4541498" y="4694476"/>
            <a:ext cx="114501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카드사업장지정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6726294" y="4701700"/>
            <a:ext cx="1039271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업무가능시간설정</a:t>
            </a: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742451" y="4705443"/>
            <a:ext cx="92790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사용자권한복사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196776" y="1066800"/>
            <a:ext cx="1351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이용가이드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 </a:t>
            </a:r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열었을때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57" name="직사각형 56"/>
          <p:cNvSpPr/>
          <p:nvPr/>
        </p:nvSpPr>
        <p:spPr>
          <a:xfrm rot="10800000">
            <a:off x="7644657" y="9889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▼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354911" y="4688676"/>
            <a:ext cx="1075346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기업통합관리목록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54458" y="4583530"/>
            <a:ext cx="1204018" cy="381491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54911" y="4964786"/>
            <a:ext cx="981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통합 관리 신청 </a:t>
            </a:r>
            <a:endParaRPr lang="en-US" altLang="ko-KR" sz="1000" spc="-150" dirty="0" smtClean="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기업만 제공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936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497939"/>
              </p:ext>
            </p:extLst>
          </p:nvPr>
        </p:nvGraphicFramePr>
        <p:xfrm>
          <a:off x="9822663" y="540019"/>
          <a:ext cx="2195166" cy="7853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관리 안내 문구 추가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</a:t>
                      </a:r>
                      <a:r>
                        <a:rPr lang="ko-KR" altLang="en-US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필요사항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77168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73318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 smtClean="0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7447086" y="6382949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99" name="TextBox 198"/>
          <p:cNvSpPr txBox="1"/>
          <p:nvPr/>
        </p:nvSpPr>
        <p:spPr>
          <a:xfrm>
            <a:off x="375050" y="1525344"/>
            <a:ext cx="61010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상호점검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200" name="표 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8833"/>
              </p:ext>
            </p:extLst>
          </p:nvPr>
        </p:nvGraphicFramePr>
        <p:xfrm>
          <a:off x="375050" y="1885776"/>
          <a:ext cx="7821726" cy="31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상호점검사용여부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1" name="TextBox 200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602715" y="1933863"/>
            <a:ext cx="888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미사용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2491491" y="1935064"/>
            <a:ext cx="82927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상호점검설정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smtClean="0">
                <a:solidFill>
                  <a:schemeClr val="bg1"/>
                </a:solidFill>
                <a:latin typeface="+mn-ea"/>
              </a:rPr>
              <a:t>* 2023-03-20</a:t>
            </a:r>
          </a:p>
          <a:p>
            <a:r>
              <a:rPr lang="en-US" altLang="ko-KR" sz="70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smtClean="0">
                <a:solidFill>
                  <a:schemeClr val="bg1"/>
                </a:solidFill>
                <a:latin typeface="+mn-ea"/>
              </a:rPr>
              <a:t>사용자관리</a:t>
            </a:r>
            <a:r>
              <a:rPr lang="en-US" altLang="ko-KR" sz="7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smtClean="0">
                <a:solidFill>
                  <a:schemeClr val="bg1"/>
                </a:solidFill>
                <a:latin typeface="+mn-ea"/>
              </a:rPr>
              <a:t>헤더 타이틀 아래에</a:t>
            </a:r>
            <a:r>
              <a:rPr lang="en-US" altLang="ko-KR" sz="70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smtClean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700" smtClean="0">
                <a:solidFill>
                  <a:schemeClr val="bg1"/>
                </a:solidFill>
                <a:latin typeface="+mn-ea"/>
              </a:rPr>
              <a:t>결과 내 검색 안내 문구 추가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75050" y="932705"/>
            <a:ext cx="7754904" cy="4255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tx1"/>
                </a:solidFill>
              </a:rPr>
              <a:t>이용가이드를 참고해 주십시오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375050" y="2672617"/>
            <a:ext cx="1767513" cy="194762"/>
            <a:chOff x="5087887" y="864761"/>
            <a:chExt cx="1767513" cy="194762"/>
          </a:xfrm>
        </p:grpSpPr>
        <p:sp>
          <p:nvSpPr>
            <p:cNvPr id="139" name="모서리가 둥근 직사각형 138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결과 내 검색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0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1" name="직사각형 140"/>
          <p:cNvSpPr/>
          <p:nvPr/>
        </p:nvSpPr>
        <p:spPr>
          <a:xfrm>
            <a:off x="7205428" y="2694255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382602" y="2326287"/>
            <a:ext cx="701474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3" name="표 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718414"/>
              </p:ext>
            </p:extLst>
          </p:nvPr>
        </p:nvGraphicFramePr>
        <p:xfrm>
          <a:off x="375050" y="2954607"/>
          <a:ext cx="8681027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57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1014312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181551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973368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1084385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1354015">
                  <a:extLst>
                    <a:ext uri="{9D8B030D-6E8A-4147-A177-3AD203B41FA5}">
                      <a16:colId xmlns:a16="http://schemas.microsoft.com/office/drawing/2014/main" val="1764096380"/>
                    </a:ext>
                  </a:extLst>
                </a:gridCol>
                <a:gridCol w="1400908">
                  <a:extLst>
                    <a:ext uri="{9D8B030D-6E8A-4147-A177-3AD203B41FA5}">
                      <a16:colId xmlns:a16="http://schemas.microsoft.com/office/drawing/2014/main" val="173826525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</a:tblGrid>
              <a:tr h="1524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                 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사용자명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직장전화번호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기안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결재제한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보안매체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일련번호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업무가능일시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사용자권한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부서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내선번호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모바일뱅킹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7075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사용자상태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휴대전화번호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자주쓰는입금계좌공유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간편인증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758959"/>
                  </a:ext>
                </a:extLst>
              </a:tr>
              <a:tr h="186986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김부산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제한없음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1869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관리자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CEO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100,000.00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201815"/>
                  </a:ext>
                </a:extLst>
              </a:tr>
            </a:tbl>
          </a:graphicData>
        </a:graphic>
      </p:graphicFrame>
      <p:grpSp>
        <p:nvGrpSpPr>
          <p:cNvPr id="144" name="그룹 143"/>
          <p:cNvGrpSpPr/>
          <p:nvPr/>
        </p:nvGrpSpPr>
        <p:grpSpPr>
          <a:xfrm>
            <a:off x="65872" y="3651727"/>
            <a:ext cx="9190080" cy="255343"/>
            <a:chOff x="2638132" y="2022105"/>
            <a:chExt cx="3455988" cy="255343"/>
          </a:xfrm>
        </p:grpSpPr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148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146" name="TextBox 145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51" name="그룹 150"/>
          <p:cNvGrpSpPr/>
          <p:nvPr/>
        </p:nvGrpSpPr>
        <p:grpSpPr>
          <a:xfrm>
            <a:off x="94091" y="3817534"/>
            <a:ext cx="9190080" cy="255343"/>
            <a:chOff x="2638132" y="2022105"/>
            <a:chExt cx="3455988" cy="255343"/>
          </a:xfrm>
        </p:grpSpPr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154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153" name="TextBox 152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64336" y="762693"/>
            <a:ext cx="251992" cy="230832"/>
            <a:chOff x="4867678" y="3090156"/>
            <a:chExt cx="251992" cy="230832"/>
          </a:xfrm>
        </p:grpSpPr>
        <p:sp>
          <p:nvSpPr>
            <p:cNvPr id="3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9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644066" y="5682829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40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689131" y="5682829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</a:rPr>
              <a:t>재조회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196776" y="1066800"/>
            <a:ext cx="1351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이용가이드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 </a:t>
            </a:r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닫았을때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644657" y="9889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▼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534784" y="4174126"/>
            <a:ext cx="85170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이용메뉴지정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442421" y="4180820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일반계좌지정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3516760" y="4171587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입금계좌지정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4591099" y="4179926"/>
            <a:ext cx="114501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카드사업장지정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6775895" y="4187150"/>
            <a:ext cx="1039271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업무가능시간설정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5792052" y="4190893"/>
            <a:ext cx="92790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사용자권한복사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404512" y="4174126"/>
            <a:ext cx="1075346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기업통합관리목록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04059" y="4068980"/>
            <a:ext cx="1204018" cy="381491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04512" y="4450236"/>
            <a:ext cx="981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통합 관리 신청 </a:t>
            </a:r>
            <a:endParaRPr lang="en-US" altLang="ko-KR" sz="1000" spc="-150" dirty="0" smtClean="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기업만 제공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8427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표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691129"/>
              </p:ext>
            </p:extLst>
          </p:nvPr>
        </p:nvGraphicFramePr>
        <p:xfrm>
          <a:off x="298850" y="2185769"/>
          <a:ext cx="868102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57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1014312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181551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973368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1084385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1354015">
                  <a:extLst>
                    <a:ext uri="{9D8B030D-6E8A-4147-A177-3AD203B41FA5}">
                      <a16:colId xmlns:a16="http://schemas.microsoft.com/office/drawing/2014/main" val="1764096380"/>
                    </a:ext>
                  </a:extLst>
                </a:gridCol>
                <a:gridCol w="1400908">
                  <a:extLst>
                    <a:ext uri="{9D8B030D-6E8A-4147-A177-3AD203B41FA5}">
                      <a16:colId xmlns:a16="http://schemas.microsoft.com/office/drawing/2014/main" val="173826525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</a:tblGrid>
              <a:tr h="1524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                 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사용자명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직장전화번호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기안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결재제한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보안매체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일련번호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업무가능일시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사용자권한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부서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내선번호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모바일뱅킹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7075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사용자상태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휴대전화번호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자주쓰는입금계좌공유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간편인증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758959"/>
                  </a:ext>
                </a:extLst>
              </a:tr>
              <a:tr h="186986"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김부산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제한없음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1869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관리자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CEO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100,000.00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201815"/>
                  </a:ext>
                </a:extLst>
              </a:tr>
              <a:tr h="1283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대표이사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500,000.00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72199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PBSBANK001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김경남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517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서브관리자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미래전략기획부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518"/>
                  </a:ext>
                </a:extLst>
              </a:tr>
              <a:tr h="141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전무이사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31024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김양산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보안카드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916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사용자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경영지원본부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7756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9789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김진주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71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사용자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경영지원본부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870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일시정지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부장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2597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PBSBANK004</a:t>
                      </a:r>
                      <a:endParaRPr lang="ko-KR" altLang="en-US" sz="700" dirty="0" smtClean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0365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사용자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7790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509453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14987"/>
              </p:ext>
            </p:extLst>
          </p:nvPr>
        </p:nvGraphicFramePr>
        <p:xfrm>
          <a:off x="9822663" y="540019"/>
          <a:ext cx="2195166" cy="62412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모든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전문 대응 개발 필요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속도 이슈 있을 경우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추가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수정 시 해당 행에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수정중임을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알 수 있는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배색처리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필요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사용자행별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배색 처리 필요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디자인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퍼블가이드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경우 본인 정보만 표시하며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700" b="0" spc="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정보를 변경할 수 없고 확인만 가능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상호점검사용설정 팝업 호출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 사용 시 관리자는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결재제한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상태값이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제한없음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고정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미사용 시 서브관리자는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결재제한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상태값을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변경할 수 있음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＂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3-1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결재제한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상태값을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시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통해 메시지가 표시되고 </a:t>
                      </a:r>
                      <a:r>
                        <a:rPr lang="ko-KR" altLang="en-US" sz="650" b="1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65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65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전자서명을 통해 변경할 수 있도록 한다</a:t>
                      </a:r>
                      <a:r>
                        <a:rPr lang="en-US" altLang="ko-KR" sz="65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사용자가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최종결재자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존재하거나 결재진행내역에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최종결재자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거래가 존재합니다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.", "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존재할 경우 결재선 삭제 또는 결재진행중인 거래가 완료되어야 설정 가능합니다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사용자가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존재하거나 결재진행내역에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거래가 존재합니다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.", "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존재할 경우 결재선 삭제 또는 결재진행중인 거래가 완료되어야 설정 가능합니다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제한없음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결재제한에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모든 제한이 없음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32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권한 설정 드롭박스제공 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사용자권한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관리자권한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관리자권한 선택 시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표시하고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확인 시 </a:t>
                      </a:r>
                      <a:r>
                        <a:rPr lang="ko-KR" altLang="en-US" sz="650" b="1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보안매체와</a:t>
                      </a:r>
                      <a:r>
                        <a:rPr lang="ko-KR" altLang="en-US" sz="650" b="1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전자서명을 통해 관리자권한 제공 처리</a:t>
                      </a:r>
                      <a:r>
                        <a:rPr lang="en-US" altLang="ko-KR" sz="650" b="1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관리자권한 설정 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부관리자가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되며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관리자가 가지고 있는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업무권한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일반계좌권한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입금계좌권한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카드사업장권한을 부여함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64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이체한도는</a:t>
                      </a:r>
                      <a:r>
                        <a:rPr lang="ko-KR" altLang="en-US" sz="700" b="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모두 버튼으로 제공 되면 </a:t>
                      </a:r>
                      <a:r>
                        <a:rPr lang="ko-KR" altLang="en-US" sz="700" b="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버튼명에</a:t>
                      </a:r>
                      <a:r>
                        <a:rPr lang="ko-KR" altLang="en-US" sz="700" b="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이체한도를</a:t>
                      </a:r>
                      <a:r>
                        <a:rPr lang="ko-KR" altLang="en-US" sz="700" b="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표시하고 버튼 클릭 시 </a:t>
                      </a:r>
                      <a:r>
                        <a:rPr lang="ko-KR" altLang="en-US" sz="700" b="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ko-KR" altLang="en-US" sz="700" b="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변경 팝업을 호출한다</a:t>
                      </a:r>
                      <a:r>
                        <a:rPr lang="en-US" altLang="ko-KR" sz="700" b="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258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 관련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상호점검사사용은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미사용이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기본값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상호점검설정은 결재가 완료 후 적용 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546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“4”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항목은 사용자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건건별로만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변경이 가능함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14066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</a:t>
                      </a:r>
                      <a:r>
                        <a:rPr lang="ko-KR" altLang="en-US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필요사항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77168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73318"/>
                  </a:ext>
                </a:extLst>
              </a:tr>
            </a:tbl>
          </a:graphicData>
        </a:graphic>
      </p:graphicFrame>
      <p:grpSp>
        <p:nvGrpSpPr>
          <p:cNvPr id="190" name="그룹 189"/>
          <p:cNvGrpSpPr/>
          <p:nvPr/>
        </p:nvGrpSpPr>
        <p:grpSpPr>
          <a:xfrm>
            <a:off x="291298" y="1914202"/>
            <a:ext cx="1767513" cy="194762"/>
            <a:chOff x="5087887" y="864761"/>
            <a:chExt cx="1767513" cy="194762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ID,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이름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부서로 검색해주세요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7121676" y="1935840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 smtClean="0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298850" y="1567872"/>
            <a:ext cx="701474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7447086" y="6382949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7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725703" y="6328859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98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815843" y="6326006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</a:rPr>
              <a:t>재조회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650635" y="3208268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/>
          <p:cNvSpPr/>
          <p:nvPr/>
        </p:nvSpPr>
        <p:spPr>
          <a:xfrm>
            <a:off x="1676415" y="3407561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1682276" y="2803822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>
          <a:xfrm>
            <a:off x="1684306" y="3014837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>
            <a:off x="1684306" y="3205506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1682276" y="3995802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/>
          <p:cNvSpPr/>
          <p:nvPr/>
        </p:nvSpPr>
        <p:spPr>
          <a:xfrm>
            <a:off x="1684306" y="4206817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1684306" y="4397486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1682276" y="4587817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1684306" y="4798832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/>
          <p:cNvSpPr/>
          <p:nvPr/>
        </p:nvSpPr>
        <p:spPr>
          <a:xfrm>
            <a:off x="1684306" y="4989501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/>
          <p:cNvSpPr/>
          <p:nvPr/>
        </p:nvSpPr>
        <p:spPr>
          <a:xfrm>
            <a:off x="1684306" y="5176490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/>
          <p:cNvSpPr/>
          <p:nvPr/>
        </p:nvSpPr>
        <p:spPr>
          <a:xfrm>
            <a:off x="1686336" y="5387505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/>
          <p:cNvSpPr/>
          <p:nvPr/>
        </p:nvSpPr>
        <p:spPr>
          <a:xfrm>
            <a:off x="1686336" y="5584036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1684306" y="3610490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직사각형 110"/>
          <p:cNvSpPr/>
          <p:nvPr/>
        </p:nvSpPr>
        <p:spPr>
          <a:xfrm>
            <a:off x="1684306" y="3801159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직사각형 192"/>
          <p:cNvSpPr/>
          <p:nvPr/>
        </p:nvSpPr>
        <p:spPr>
          <a:xfrm>
            <a:off x="650635" y="3607728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직사각형 193"/>
          <p:cNvSpPr/>
          <p:nvPr/>
        </p:nvSpPr>
        <p:spPr>
          <a:xfrm>
            <a:off x="650635" y="3801159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직사각형 195"/>
          <p:cNvSpPr/>
          <p:nvPr/>
        </p:nvSpPr>
        <p:spPr>
          <a:xfrm>
            <a:off x="650635" y="4204055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직사각형 206"/>
          <p:cNvSpPr/>
          <p:nvPr/>
        </p:nvSpPr>
        <p:spPr>
          <a:xfrm>
            <a:off x="650635" y="4397486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직사각형 207"/>
          <p:cNvSpPr/>
          <p:nvPr/>
        </p:nvSpPr>
        <p:spPr>
          <a:xfrm>
            <a:off x="650635" y="4784712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/>
          <p:cNvSpPr/>
          <p:nvPr/>
        </p:nvSpPr>
        <p:spPr>
          <a:xfrm>
            <a:off x="650635" y="4978143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직사각형 212"/>
          <p:cNvSpPr/>
          <p:nvPr/>
        </p:nvSpPr>
        <p:spPr>
          <a:xfrm>
            <a:off x="650635" y="5388953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직사각형 213"/>
          <p:cNvSpPr/>
          <p:nvPr/>
        </p:nvSpPr>
        <p:spPr>
          <a:xfrm>
            <a:off x="650635" y="5588246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직사각형 263"/>
          <p:cNvSpPr/>
          <p:nvPr/>
        </p:nvSpPr>
        <p:spPr>
          <a:xfrm>
            <a:off x="3872138" y="2803822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3878899" y="3398831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3872138" y="3991344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3872138" y="4585161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3867017" y="5179082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6" name="직사각형 275"/>
          <p:cNvSpPr/>
          <p:nvPr/>
        </p:nvSpPr>
        <p:spPr>
          <a:xfrm>
            <a:off x="3875663" y="3800172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공유안함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7" name="직사각형 276"/>
          <p:cNvSpPr/>
          <p:nvPr/>
        </p:nvSpPr>
        <p:spPr>
          <a:xfrm>
            <a:off x="3884503" y="4393989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공유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8" name="직사각형 277"/>
          <p:cNvSpPr/>
          <p:nvPr/>
        </p:nvSpPr>
        <p:spPr>
          <a:xfrm>
            <a:off x="3886342" y="4988021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공유안함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9" name="직사각형 278"/>
          <p:cNvSpPr/>
          <p:nvPr/>
        </p:nvSpPr>
        <p:spPr>
          <a:xfrm>
            <a:off x="3867017" y="5584957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공유안함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5032313" y="4586617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단독결재불가</a:t>
            </a:r>
            <a:r>
              <a:rPr lang="en-US" altLang="ko-KR" sz="700" dirty="0" smtClean="0">
                <a:solidFill>
                  <a:schemeClr val="tx1"/>
                </a:solidFill>
              </a:rPr>
              <a:t>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3" name="직사각형 282"/>
          <p:cNvSpPr/>
          <p:nvPr/>
        </p:nvSpPr>
        <p:spPr>
          <a:xfrm>
            <a:off x="5034620" y="3398831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기안불가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5036725" y="3989869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제한없음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5032313" y="5180085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제한없음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283302" y="5767348"/>
            <a:ext cx="5691498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직사각형 291"/>
          <p:cNvSpPr/>
          <p:nvPr/>
        </p:nvSpPr>
        <p:spPr>
          <a:xfrm>
            <a:off x="8981629" y="2797378"/>
            <a:ext cx="62444" cy="1740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6" name="직사각형 355"/>
          <p:cNvSpPr/>
          <p:nvPr/>
        </p:nvSpPr>
        <p:spPr>
          <a:xfrm>
            <a:off x="3869990" y="3199476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공유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82" name="직사각형 381"/>
          <p:cNvSpPr/>
          <p:nvPr/>
        </p:nvSpPr>
        <p:spPr>
          <a:xfrm>
            <a:off x="6360202" y="3585743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83" name="직사각형 382"/>
          <p:cNvSpPr/>
          <p:nvPr/>
        </p:nvSpPr>
        <p:spPr>
          <a:xfrm>
            <a:off x="7665858" y="3585743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4" name="직사각형 383"/>
          <p:cNvSpPr/>
          <p:nvPr/>
        </p:nvSpPr>
        <p:spPr>
          <a:xfrm>
            <a:off x="6360202" y="3784894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85" name="직사각형 384"/>
          <p:cNvSpPr/>
          <p:nvPr/>
        </p:nvSpPr>
        <p:spPr>
          <a:xfrm>
            <a:off x="7665858" y="3784894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2878361" y="2809684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2878360" y="3014837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2878360" y="3206198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2877225" y="3402694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2877224" y="3613709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2877224" y="3805070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2877224" y="4001566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2877223" y="4212581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2877223" y="4403942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2884245" y="4589101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2884244" y="4800116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2884244" y="4991477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2877224" y="5181151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2877223" y="5392166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2877223" y="5583527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3875494" y="3005906"/>
            <a:ext cx="95327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298850" y="781332"/>
            <a:ext cx="61010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상호점검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200" name="표 199"/>
          <p:cNvGraphicFramePr>
            <a:graphicFrameLocks noGrp="1"/>
          </p:cNvGraphicFramePr>
          <p:nvPr>
            <p:extLst/>
          </p:nvPr>
        </p:nvGraphicFramePr>
        <p:xfrm>
          <a:off x="298850" y="1141764"/>
          <a:ext cx="7821726" cy="31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상호점검사용여부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1" name="TextBox 200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526515" y="1189851"/>
            <a:ext cx="888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미사용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3869885" y="3600915"/>
            <a:ext cx="95327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869564" y="4195497"/>
            <a:ext cx="95327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3863955" y="4790506"/>
            <a:ext cx="95327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3857640" y="5381166"/>
            <a:ext cx="95327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4954021" y="2757959"/>
            <a:ext cx="1112515" cy="198623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/>
          <p:cNvSpPr/>
          <p:nvPr/>
        </p:nvSpPr>
        <p:spPr>
          <a:xfrm>
            <a:off x="4954021" y="3366214"/>
            <a:ext cx="1112515" cy="198623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829908" y="2613281"/>
            <a:ext cx="251992" cy="230832"/>
            <a:chOff x="4867678" y="3090156"/>
            <a:chExt cx="251992" cy="230832"/>
          </a:xfrm>
        </p:grpSpPr>
        <p:sp>
          <p:nvSpPr>
            <p:cNvPr id="12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806395" y="3223458"/>
            <a:ext cx="251992" cy="230832"/>
            <a:chOff x="4867678" y="3090156"/>
            <a:chExt cx="251992" cy="230832"/>
          </a:xfrm>
        </p:grpSpPr>
        <p:sp>
          <p:nvSpPr>
            <p:cNvPr id="12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28" name="모서리가 둥근 직사각형 127"/>
          <p:cNvSpPr/>
          <p:nvPr/>
        </p:nvSpPr>
        <p:spPr>
          <a:xfrm>
            <a:off x="2415291" y="1191052"/>
            <a:ext cx="82927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상호점검설정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227627" y="1008326"/>
            <a:ext cx="251992" cy="230832"/>
            <a:chOff x="4867678" y="3090156"/>
            <a:chExt cx="251992" cy="230832"/>
          </a:xfrm>
        </p:grpSpPr>
        <p:sp>
          <p:nvSpPr>
            <p:cNvPr id="13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49813" y="3492312"/>
            <a:ext cx="251992" cy="230832"/>
            <a:chOff x="4867678" y="3090156"/>
            <a:chExt cx="251992" cy="230832"/>
          </a:xfrm>
        </p:grpSpPr>
        <p:sp>
          <p:nvSpPr>
            <p:cNvPr id="11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12052101" y="324563"/>
            <a:ext cx="2592288" cy="15049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상호점검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기능 수정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항목 위치 변경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전자서명으로 변경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이체한도변경은 버튼을 통한 팝업 호출로 변경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247377" y="778725"/>
            <a:ext cx="8175654" cy="73719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6996082" y="1525822"/>
            <a:ext cx="1447832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ko-KR" altLang="en-US" sz="700" smtClean="0">
                <a:solidFill>
                  <a:schemeClr val="bg1"/>
                </a:solidFill>
                <a:latin typeface="+mn-ea"/>
              </a:rPr>
              <a:t>마스터와 서브 마스터에만 표시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33" name="그룹 132"/>
          <p:cNvGrpSpPr/>
          <p:nvPr/>
        </p:nvGrpSpPr>
        <p:grpSpPr>
          <a:xfrm>
            <a:off x="151200" y="627522"/>
            <a:ext cx="9190080" cy="255343"/>
            <a:chOff x="2638132" y="2022105"/>
            <a:chExt cx="3455988" cy="255343"/>
          </a:xfrm>
        </p:grpSpPr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141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140" name="TextBox 139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26" name="직사각형 125"/>
          <p:cNvSpPr/>
          <p:nvPr/>
        </p:nvSpPr>
        <p:spPr>
          <a:xfrm>
            <a:off x="6360202" y="4186371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7665858" y="4186371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6360202" y="4385522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7665858" y="4385522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6368430" y="4786566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7674086" y="4786566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6368430" y="4985717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7674086" y="4985717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6368430" y="5390470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7674086" y="5390470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6368430" y="5589621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7674086" y="5589621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453236" y="3473794"/>
            <a:ext cx="251992" cy="230832"/>
            <a:chOff x="4867678" y="3090156"/>
            <a:chExt cx="251992" cy="230832"/>
          </a:xfrm>
        </p:grpSpPr>
        <p:sp>
          <p:nvSpPr>
            <p:cNvPr id="16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631586" y="3459980"/>
            <a:ext cx="251992" cy="230832"/>
            <a:chOff x="4867678" y="3090156"/>
            <a:chExt cx="251992" cy="230832"/>
          </a:xfrm>
        </p:grpSpPr>
        <p:sp>
          <p:nvSpPr>
            <p:cNvPr id="17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302971" y="3684064"/>
            <a:ext cx="251992" cy="230832"/>
            <a:chOff x="4867678" y="3090156"/>
            <a:chExt cx="251992" cy="230832"/>
          </a:xfrm>
        </p:grpSpPr>
        <p:sp>
          <p:nvSpPr>
            <p:cNvPr id="17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808472" y="3654512"/>
            <a:ext cx="251992" cy="230832"/>
            <a:chOff x="4867678" y="3090156"/>
            <a:chExt cx="251992" cy="230832"/>
          </a:xfrm>
        </p:grpSpPr>
        <p:sp>
          <p:nvSpPr>
            <p:cNvPr id="17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62" name="모서리가 둥근 직사각형 161"/>
          <p:cNvSpPr/>
          <p:nvPr/>
        </p:nvSpPr>
        <p:spPr>
          <a:xfrm>
            <a:off x="1548469" y="5972963"/>
            <a:ext cx="85170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이용메뉴지정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2456106" y="5979657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일반계좌지정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3530445" y="5970424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입금계좌지정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4604784" y="5978763"/>
            <a:ext cx="114501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카드사업장지정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789580" y="5985987"/>
            <a:ext cx="1039271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업무가능시간설정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5805737" y="5989730"/>
            <a:ext cx="92790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사용자권한복사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418197" y="5972963"/>
            <a:ext cx="1075346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기업통합관리목록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317744" y="5867817"/>
            <a:ext cx="1204018" cy="381491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418197" y="6249073"/>
            <a:ext cx="981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통합 관리 신청 </a:t>
            </a:r>
            <a:endParaRPr lang="en-US" altLang="ko-KR" sz="1000" spc="-150" dirty="0" smtClean="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기업만 제공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4949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상호점검설정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시용자정보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442588"/>
              </p:ext>
            </p:extLst>
          </p:nvPr>
        </p:nvGraphicFramePr>
        <p:xfrm>
          <a:off x="9822663" y="540019"/>
          <a:ext cx="2195166" cy="3612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사용으로 변경 시 상호점검대상자를 선택할 수 있도록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셀렉트박스를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Enabled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상태로 변경 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상호점검대상자로 선택할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부관리자를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할 수 있도록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131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상호점검대상자를 선택한 뒤 클릭 시 상호점검대상자에게 결재가 요청되도록 처리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상호점검대상자를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변경하는경우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기존에 상호점검대상자에게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결재요청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중인 업무가 있을 경우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호출함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553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상호점검사용설정 팝업을 닫기 처리합니다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930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미사용으로 변경 시 상호점검대상자를 선택할 수 없도록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셀렉트박스를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Disabled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상태로 변경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49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셀렉트박스를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선택할 수 없음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43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상호점검사용설정을 미사용으로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결재요청합니다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상호점검대상자에 진행중인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결재요청이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있는경우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호출합니다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133251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관리자의 경우 </a:t>
                      </a:r>
                      <a:r>
                        <a:rPr lang="ko-KR" altLang="en-US" sz="70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상호점검</a:t>
                      </a:r>
                      <a:r>
                        <a:rPr lang="ko-KR" altLang="en-US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시 </a:t>
                      </a:r>
                      <a:r>
                        <a:rPr lang="ko-KR" altLang="en-US" sz="70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및 </a:t>
                      </a:r>
                      <a:r>
                        <a:rPr lang="ko-KR" altLang="en-US" sz="70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단독결재가</a:t>
                      </a:r>
                      <a:r>
                        <a:rPr lang="ko-KR" altLang="en-US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불가한 상태가 되어야하나 현재 기안</a:t>
                      </a:r>
                      <a:r>
                        <a:rPr lang="en-US" altLang="ko-KR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결재제한</a:t>
                      </a:r>
                      <a:r>
                        <a:rPr lang="ko-KR" altLang="en-US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상태값중</a:t>
                      </a:r>
                      <a:r>
                        <a:rPr lang="ko-KR" altLang="en-US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두가지를 모두 제한하는 </a:t>
                      </a:r>
                      <a:r>
                        <a:rPr lang="ko-KR" altLang="en-US" sz="70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상태값음</a:t>
                      </a:r>
                      <a:r>
                        <a:rPr lang="ko-KR" altLang="en-US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없음에 따른 처리 필요</a:t>
                      </a: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392562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236101" y="811663"/>
            <a:ext cx="4183500" cy="2902717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311369" y="921036"/>
            <a:ext cx="14157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상호점검사용설정</a:t>
            </a:r>
            <a:endParaRPr lang="ko-KR" altLang="en-US" sz="1200" b="1" dirty="0">
              <a:latin typeface="+mn-ea"/>
            </a:endParaRPr>
          </a:p>
        </p:txBody>
      </p:sp>
      <p:graphicFrame>
        <p:nvGraphicFramePr>
          <p:cNvPr id="137" name="표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41974"/>
              </p:ext>
            </p:extLst>
          </p:nvPr>
        </p:nvGraphicFramePr>
        <p:xfrm>
          <a:off x="410767" y="1505650"/>
          <a:ext cx="3592664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8046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상호점검사용여부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554699" y="1859357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412016" y="1219434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19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1377890" y="3111495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 smtClean="0">
                <a:solidFill>
                  <a:schemeClr val="bg1"/>
                </a:solidFill>
              </a:rPr>
              <a:t>결재요청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2468030" y="3108642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취소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11369" y="2241311"/>
            <a:ext cx="41169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spc="-150" dirty="0" smtClean="0">
                <a:latin typeface="+mn-ea"/>
              </a:rPr>
              <a:t>ⓘ 상호점검기능을 사용하시면 관리자의  </a:t>
            </a:r>
            <a:r>
              <a:rPr lang="ko-KR" altLang="en-US" sz="900" spc="-150" dirty="0">
                <a:latin typeface="+mn-ea"/>
              </a:rPr>
              <a:t>기안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 err="1">
                <a:latin typeface="+mn-ea"/>
              </a:rPr>
              <a:t>결재제한</a:t>
            </a:r>
            <a:r>
              <a:rPr lang="ko-KR" altLang="en-US" sz="900" spc="-150" dirty="0">
                <a:latin typeface="+mn-ea"/>
              </a:rPr>
              <a:t> </a:t>
            </a:r>
            <a:r>
              <a:rPr lang="ko-KR" altLang="en-US" sz="900" spc="-150" dirty="0" smtClean="0">
                <a:latin typeface="+mn-ea"/>
              </a:rPr>
              <a:t>상태가  </a:t>
            </a:r>
            <a:r>
              <a:rPr lang="ko-KR" altLang="en-US" sz="900" b="1" spc="-150" dirty="0" err="1" smtClean="0">
                <a:latin typeface="+mn-ea"/>
              </a:rPr>
              <a:t>기안불가</a:t>
            </a:r>
            <a:r>
              <a:rPr lang="ko-KR" altLang="en-US" sz="900" b="1" spc="-150" dirty="0" smtClean="0">
                <a:latin typeface="+mn-ea"/>
              </a:rPr>
              <a:t> 및 </a:t>
            </a:r>
            <a:r>
              <a:rPr lang="ko-KR" altLang="en-US" sz="900" b="1" spc="-150" dirty="0" err="1" smtClean="0">
                <a:latin typeface="+mn-ea"/>
              </a:rPr>
              <a:t>단독결재가</a:t>
            </a:r>
            <a:r>
              <a:rPr lang="ko-KR" altLang="en-US" sz="900" b="1" spc="-150" dirty="0" smtClean="0">
                <a:latin typeface="+mn-ea"/>
              </a:rPr>
              <a:t> 불가한</a:t>
            </a:r>
            <a:r>
              <a:rPr lang="ko-KR" altLang="en-US" sz="900" spc="-150" dirty="0" smtClean="0">
                <a:latin typeface="+mn-ea"/>
              </a:rPr>
              <a:t> 상태로 </a:t>
            </a:r>
            <a:r>
              <a:rPr lang="ko-KR" altLang="en-US" sz="900" spc="-150" dirty="0">
                <a:latin typeface="+mn-ea"/>
              </a:rPr>
              <a:t>변경됩니다</a:t>
            </a:r>
            <a:r>
              <a:rPr lang="en-US" altLang="ko-KR" sz="900" spc="-150" dirty="0" smtClean="0">
                <a:latin typeface="+mn-ea"/>
              </a:rPr>
              <a:t>.    </a:t>
            </a:r>
            <a:r>
              <a:rPr lang="ko-KR" altLang="en-US" sz="900" spc="-150" dirty="0" smtClean="0">
                <a:latin typeface="+mn-ea"/>
              </a:rPr>
              <a:t>상호점검기능을 사용 하시겠습니까</a:t>
            </a:r>
            <a:r>
              <a:rPr lang="en-US" altLang="ko-KR" sz="900" spc="-150" dirty="0">
                <a:latin typeface="+mn-ea"/>
              </a:rPr>
              <a:t>?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703979" y="1548066"/>
            <a:ext cx="1396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사용</a:t>
            </a:r>
            <a:r>
              <a:rPr lang="en-US" altLang="ko-KR" sz="900" b="1" spc="-150" dirty="0">
                <a:solidFill>
                  <a:prstClr val="black"/>
                </a:solidFill>
                <a:latin typeface="+mn-ea"/>
              </a:rPr>
              <a:t>	</a:t>
            </a:r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미사용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94B78744-7A4D-75A6-E498-CB3032D463D9}"/>
              </a:ext>
            </a:extLst>
          </p:cNvPr>
          <p:cNvSpPr/>
          <p:nvPr/>
        </p:nvSpPr>
        <p:spPr>
          <a:xfrm>
            <a:off x="1554699" y="160153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9DFECB22-1517-510F-E9B7-41ED5D2BCDBA}"/>
              </a:ext>
            </a:extLst>
          </p:cNvPr>
          <p:cNvSpPr/>
          <p:nvPr/>
        </p:nvSpPr>
        <p:spPr>
          <a:xfrm>
            <a:off x="2468030" y="160153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BD3BCD0B-3DF5-0D62-C389-034FA6BB4B57}"/>
              </a:ext>
            </a:extLst>
          </p:cNvPr>
          <p:cNvSpPr/>
          <p:nvPr/>
        </p:nvSpPr>
        <p:spPr>
          <a:xfrm>
            <a:off x="1593620" y="1622162"/>
            <a:ext cx="88316" cy="883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Freeform 11"/>
          <p:cNvSpPr>
            <a:spLocks noChangeArrowheads="1"/>
          </p:cNvSpPr>
          <p:nvPr/>
        </p:nvSpPr>
        <p:spPr bwMode="auto">
          <a:xfrm>
            <a:off x="4212672" y="908110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6" name="직사각형 175"/>
          <p:cNvSpPr/>
          <p:nvPr/>
        </p:nvSpPr>
        <p:spPr>
          <a:xfrm>
            <a:off x="4723239" y="811663"/>
            <a:ext cx="4183500" cy="2902717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/>
          <p:cNvSpPr/>
          <p:nvPr/>
        </p:nvSpPr>
        <p:spPr>
          <a:xfrm>
            <a:off x="4798507" y="921036"/>
            <a:ext cx="14157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상호점검사용설정</a:t>
            </a:r>
            <a:endParaRPr lang="ko-KR" altLang="en-US" sz="1200" b="1" dirty="0">
              <a:latin typeface="+mn-ea"/>
            </a:endParaRPr>
          </a:p>
        </p:txBody>
      </p:sp>
      <p:graphicFrame>
        <p:nvGraphicFramePr>
          <p:cNvPr id="180" name="표 179"/>
          <p:cNvGraphicFramePr>
            <a:graphicFrameLocks noGrp="1"/>
          </p:cNvGraphicFramePr>
          <p:nvPr>
            <p:extLst/>
          </p:nvPr>
        </p:nvGraphicFramePr>
        <p:xfrm>
          <a:off x="4897905" y="1505650"/>
          <a:ext cx="3592664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8046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상호점검사용여부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8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6041837" y="1859357"/>
            <a:ext cx="1734481" cy="24154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smtClean="0">
                <a:solidFill>
                  <a:schemeClr val="bg1">
                    <a:lumMod val="65000"/>
                  </a:schemeClr>
                </a:solidFill>
              </a:rPr>
              <a:t>선택해주세요</a:t>
            </a:r>
            <a:r>
              <a:rPr lang="ko-KR" altLang="en-US" sz="900" dirty="0" smtClean="0">
                <a:solidFill>
                  <a:schemeClr val="tx1"/>
                </a:solidFill>
              </a:rPr>
              <a:t>                 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4899154" y="1219434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94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5865028" y="3111495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 smtClean="0">
                <a:solidFill>
                  <a:schemeClr val="bg1"/>
                </a:solidFill>
              </a:rPr>
              <a:t>결재요청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95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6955168" y="3108642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취소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4798507" y="2241311"/>
            <a:ext cx="40453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spc="-150" dirty="0">
                <a:latin typeface="+mn-ea"/>
              </a:rPr>
              <a:t>ⓘ 상호점검기능을 사용하시면 관리자의  기안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 err="1">
                <a:latin typeface="+mn-ea"/>
              </a:rPr>
              <a:t>결재제한</a:t>
            </a:r>
            <a:r>
              <a:rPr lang="ko-KR" altLang="en-US" sz="900" spc="-150" dirty="0">
                <a:latin typeface="+mn-ea"/>
              </a:rPr>
              <a:t> 상태가  </a:t>
            </a:r>
            <a:r>
              <a:rPr lang="ko-KR" altLang="en-US" sz="900" b="1" spc="-150" dirty="0" err="1" smtClean="0">
                <a:latin typeface="+mn-ea"/>
              </a:rPr>
              <a:t>제한없음</a:t>
            </a:r>
            <a:r>
              <a:rPr lang="ko-KR" altLang="en-US" sz="900" spc="-150" dirty="0">
                <a:latin typeface="+mn-ea"/>
              </a:rPr>
              <a:t> </a:t>
            </a:r>
            <a:r>
              <a:rPr lang="ko-KR" altLang="en-US" sz="900" spc="-150" dirty="0" smtClean="0">
                <a:latin typeface="+mn-ea"/>
              </a:rPr>
              <a:t>상태로 </a:t>
            </a:r>
            <a:r>
              <a:rPr lang="ko-KR" altLang="en-US" sz="900" spc="-150" dirty="0">
                <a:latin typeface="+mn-ea"/>
              </a:rPr>
              <a:t>변경됩니다</a:t>
            </a:r>
            <a:r>
              <a:rPr lang="en-US" altLang="ko-KR" sz="900" spc="-150" dirty="0">
                <a:latin typeface="+mn-ea"/>
              </a:rPr>
              <a:t>.   </a:t>
            </a:r>
          </a:p>
          <a:p>
            <a:r>
              <a:rPr lang="ko-KR" altLang="en-US" sz="900" spc="-150" dirty="0">
                <a:latin typeface="+mn-ea"/>
              </a:rPr>
              <a:t>상호점검기능을 </a:t>
            </a:r>
            <a:r>
              <a:rPr lang="ko-KR" altLang="en-US" sz="900" spc="-150" dirty="0" smtClean="0">
                <a:latin typeface="+mn-ea"/>
              </a:rPr>
              <a:t>미사용 하시겠습니까</a:t>
            </a:r>
            <a:r>
              <a:rPr lang="en-US" altLang="ko-KR" sz="900" spc="-150" dirty="0">
                <a:latin typeface="+mn-ea"/>
              </a:rPr>
              <a:t>?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6191117" y="1548066"/>
            <a:ext cx="1396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사용</a:t>
            </a:r>
            <a:r>
              <a:rPr lang="en-US" altLang="ko-KR" sz="900" b="1" spc="-150" dirty="0">
                <a:solidFill>
                  <a:prstClr val="black"/>
                </a:solidFill>
                <a:latin typeface="+mn-ea"/>
              </a:rPr>
              <a:t>	</a:t>
            </a:r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미사용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94B78744-7A4D-75A6-E498-CB3032D463D9}"/>
              </a:ext>
            </a:extLst>
          </p:cNvPr>
          <p:cNvSpPr/>
          <p:nvPr/>
        </p:nvSpPr>
        <p:spPr>
          <a:xfrm>
            <a:off x="6041837" y="160153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9DFECB22-1517-510F-E9B7-41ED5D2BCDBA}"/>
              </a:ext>
            </a:extLst>
          </p:cNvPr>
          <p:cNvSpPr/>
          <p:nvPr/>
        </p:nvSpPr>
        <p:spPr>
          <a:xfrm>
            <a:off x="6955168" y="160153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타원 234">
            <a:extLst>
              <a:ext uri="{FF2B5EF4-FFF2-40B4-BE49-F238E27FC236}">
                <a16:creationId xmlns:a16="http://schemas.microsoft.com/office/drawing/2014/main" id="{BD3BCD0B-3DF5-0D62-C389-034FA6BB4B57}"/>
              </a:ext>
            </a:extLst>
          </p:cNvPr>
          <p:cNvSpPr/>
          <p:nvPr/>
        </p:nvSpPr>
        <p:spPr>
          <a:xfrm>
            <a:off x="6997704" y="1629745"/>
            <a:ext cx="88316" cy="883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Freeform 11"/>
          <p:cNvSpPr>
            <a:spLocks noChangeArrowheads="1"/>
          </p:cNvSpPr>
          <p:nvPr/>
        </p:nvSpPr>
        <p:spPr bwMode="auto">
          <a:xfrm>
            <a:off x="8699810" y="908110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" name="직사각형 244"/>
          <p:cNvSpPr/>
          <p:nvPr/>
        </p:nvSpPr>
        <p:spPr>
          <a:xfrm>
            <a:off x="3567898" y="6033938"/>
            <a:ext cx="2198165" cy="373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결재알림</a:t>
            </a:r>
            <a:r>
              <a:rPr lang="en-US" altLang="ko-KR" sz="1000"/>
              <a:t>PUSH</a:t>
            </a:r>
            <a:endParaRPr lang="ko-KR" altLang="en-US" sz="1000" dirty="0"/>
          </a:p>
        </p:txBody>
      </p:sp>
      <p:sp>
        <p:nvSpPr>
          <p:cNvPr id="246" name="직사각형 245"/>
          <p:cNvSpPr/>
          <p:nvPr/>
        </p:nvSpPr>
        <p:spPr>
          <a:xfrm>
            <a:off x="6791814" y="6033939"/>
            <a:ext cx="2198165" cy="358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상호점검대상자 </a:t>
            </a:r>
            <a:r>
              <a:rPr lang="ko-KR" altLang="en-US" sz="1000" dirty="0" err="1"/>
              <a:t>결재승인</a:t>
            </a:r>
            <a:r>
              <a:rPr lang="ko-KR" altLang="en-US" sz="1000" dirty="0"/>
              <a:t> 시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보안매체</a:t>
            </a:r>
            <a:r>
              <a:rPr lang="en-US" altLang="ko-KR" sz="1000" dirty="0"/>
              <a:t>+</a:t>
            </a:r>
            <a:r>
              <a:rPr lang="ko-KR" altLang="en-US" sz="1000" dirty="0" smtClean="0"/>
              <a:t>전자서명</a:t>
            </a:r>
            <a:endParaRPr lang="ko-KR" altLang="en-US" sz="1000" dirty="0"/>
          </a:p>
        </p:txBody>
      </p:sp>
      <p:sp>
        <p:nvSpPr>
          <p:cNvPr id="247" name="TextBox 246"/>
          <p:cNvSpPr txBox="1"/>
          <p:nvPr/>
        </p:nvSpPr>
        <p:spPr>
          <a:xfrm>
            <a:off x="6663959" y="6419768"/>
            <a:ext cx="24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FF0000"/>
                </a:solidFill>
                <a:ea typeface="맑은 고딕"/>
              </a:rPr>
              <a:t>관리자가 기안 시 서브관리자가 승인</a:t>
            </a:r>
            <a:endParaRPr lang="en-US" altLang="ko-KR" sz="1000" dirty="0" smtClean="0">
              <a:solidFill>
                <a:srgbClr val="FF0000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FF0000"/>
                </a:solidFill>
                <a:ea typeface="맑은 고딕"/>
              </a:rPr>
              <a:t>서브관리자가 기안 시 관리자가 승인</a:t>
            </a:r>
            <a:endParaRPr lang="ko-KR" altLang="en-US" sz="10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48" name="직사각형 247"/>
          <p:cNvSpPr/>
          <p:nvPr/>
        </p:nvSpPr>
        <p:spPr>
          <a:xfrm>
            <a:off x="343982" y="6091676"/>
            <a:ext cx="2198165" cy="280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상호점검여부 설정</a:t>
            </a:r>
            <a:endParaRPr lang="ko-KR" altLang="en-US" sz="1000" dirty="0"/>
          </a:p>
        </p:txBody>
      </p:sp>
      <p:sp>
        <p:nvSpPr>
          <p:cNvPr id="249" name="오른쪽 화살표 248"/>
          <p:cNvSpPr/>
          <p:nvPr/>
        </p:nvSpPr>
        <p:spPr>
          <a:xfrm>
            <a:off x="2856332" y="6091247"/>
            <a:ext cx="397383" cy="1920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250" name="오른쪽 화살표 249"/>
          <p:cNvSpPr/>
          <p:nvPr/>
        </p:nvSpPr>
        <p:spPr>
          <a:xfrm>
            <a:off x="6080250" y="6091247"/>
            <a:ext cx="397383" cy="1920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251" name="TextBox 250"/>
          <p:cNvSpPr txBox="1"/>
          <p:nvPr/>
        </p:nvSpPr>
        <p:spPr>
          <a:xfrm>
            <a:off x="2395274" y="6382815"/>
            <a:ext cx="135229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상호점검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 대상자에게 </a:t>
            </a:r>
            <a:endParaRPr lang="en-US" altLang="ko-KR" sz="1000" spc="-150" dirty="0" smtClean="0">
              <a:solidFill>
                <a:srgbClr val="FF0000"/>
              </a:solidFill>
              <a:ea typeface="맑은 고딕"/>
            </a:endParaRPr>
          </a:p>
          <a:p>
            <a:pPr algn="ctr"/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결재요청됨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188165" y="578886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상호점검사용여부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미사용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-&gt;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4666983" y="546861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상호점검사용여부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-&gt;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미사용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289060" y="1416374"/>
            <a:ext cx="251992" cy="230832"/>
            <a:chOff x="4867678" y="3090156"/>
            <a:chExt cx="251992" cy="230832"/>
          </a:xfrm>
        </p:grpSpPr>
        <p:sp>
          <p:nvSpPr>
            <p:cNvPr id="25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294606" y="1803595"/>
            <a:ext cx="251992" cy="230832"/>
            <a:chOff x="4867678" y="3090156"/>
            <a:chExt cx="251992" cy="230832"/>
          </a:xfrm>
        </p:grpSpPr>
        <p:sp>
          <p:nvSpPr>
            <p:cNvPr id="25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715824" y="2993226"/>
            <a:ext cx="251992" cy="230832"/>
            <a:chOff x="4867678" y="3090156"/>
            <a:chExt cx="251992" cy="230832"/>
          </a:xfrm>
        </p:grpSpPr>
        <p:sp>
          <p:nvSpPr>
            <p:cNvPr id="26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966540" y="2991929"/>
            <a:ext cx="251992" cy="230832"/>
            <a:chOff x="4867678" y="3090156"/>
            <a:chExt cx="251992" cy="230832"/>
          </a:xfrm>
        </p:grpSpPr>
        <p:sp>
          <p:nvSpPr>
            <p:cNvPr id="27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722287" y="1421993"/>
            <a:ext cx="251992" cy="230832"/>
            <a:chOff x="4867678" y="3090156"/>
            <a:chExt cx="251992" cy="230832"/>
          </a:xfrm>
        </p:grpSpPr>
        <p:sp>
          <p:nvSpPr>
            <p:cNvPr id="27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828508" y="1740949"/>
            <a:ext cx="251992" cy="230832"/>
            <a:chOff x="4867678" y="3090156"/>
            <a:chExt cx="251992" cy="230832"/>
          </a:xfrm>
        </p:grpSpPr>
        <p:sp>
          <p:nvSpPr>
            <p:cNvPr id="27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2023-02-20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상호점검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기능 수정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전자서명으로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변경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결재요청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으로 변경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00114" y="2940013"/>
            <a:ext cx="251992" cy="230832"/>
            <a:chOff x="4867678" y="3090156"/>
            <a:chExt cx="251992" cy="230832"/>
          </a:xfrm>
        </p:grpSpPr>
        <p:sp>
          <p:nvSpPr>
            <p:cNvPr id="8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13120" y="2961521"/>
            <a:ext cx="251992" cy="230832"/>
            <a:chOff x="4867678" y="3090156"/>
            <a:chExt cx="251992" cy="230832"/>
          </a:xfrm>
        </p:grpSpPr>
        <p:sp>
          <p:nvSpPr>
            <p:cNvPr id="8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339061" y="4061939"/>
            <a:ext cx="2950119" cy="1818554"/>
            <a:chOff x="201576" y="3100646"/>
            <a:chExt cx="2950119" cy="1818554"/>
          </a:xfrm>
        </p:grpSpPr>
        <p:sp>
          <p:nvSpPr>
            <p:cNvPr id="92" name="직사각형 91"/>
            <p:cNvSpPr/>
            <p:nvPr/>
          </p:nvSpPr>
          <p:spPr>
            <a:xfrm>
              <a:off x="201576" y="3100646"/>
              <a:ext cx="2950119" cy="181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상호점검대상자에게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결재요청중인 업무가 존재합니다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해당 업무의 결재가 종료된 뒤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상호점검대상자를 변경할 수 있습니다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467946" y="4121671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358240" y="5375798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67946" y="3809608"/>
            <a:ext cx="2821234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상호점검대상자에게 결재가 요청중인 경우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대상자변경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08919" y="3798180"/>
            <a:ext cx="367408" cy="230832"/>
            <a:chOff x="4809970" y="3090156"/>
            <a:chExt cx="367408" cy="230832"/>
          </a:xfrm>
        </p:grpSpPr>
        <p:sp>
          <p:nvSpPr>
            <p:cNvPr id="10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4914449" y="4023501"/>
            <a:ext cx="2950119" cy="1818554"/>
            <a:chOff x="201576" y="3100646"/>
            <a:chExt cx="2950119" cy="1818554"/>
          </a:xfrm>
        </p:grpSpPr>
        <p:sp>
          <p:nvSpPr>
            <p:cNvPr id="103" name="직사각형 102"/>
            <p:cNvSpPr/>
            <p:nvPr/>
          </p:nvSpPr>
          <p:spPr>
            <a:xfrm>
              <a:off x="201576" y="3100646"/>
              <a:ext cx="2950119" cy="181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상호점검대상자에게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결재요청중인 업무가 존재합니다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해당 업무의 결재가 종료된 뒤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상호점검설정을 변경할 수 있습니다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4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5043334" y="408323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5933628" y="5337360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043334" y="3771170"/>
            <a:ext cx="3239020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상호점검대상자에게 결재가 요청중인 경우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-&gt;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미사용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784307" y="3759742"/>
            <a:ext cx="367408" cy="230832"/>
            <a:chOff x="4809970" y="3090156"/>
            <a:chExt cx="367408" cy="230832"/>
          </a:xfrm>
        </p:grpSpPr>
        <p:sp>
          <p:nvSpPr>
            <p:cNvPr id="11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7</a:t>
              </a:r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8" name="타원 107"/>
          <p:cNvSpPr/>
          <p:nvPr/>
        </p:nvSpPr>
        <p:spPr>
          <a:xfrm>
            <a:off x="206507" y="482293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1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7065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grpSp>
        <p:nvGrpSpPr>
          <p:cNvPr id="35" name="그룹 34"/>
          <p:cNvGrpSpPr/>
          <p:nvPr/>
        </p:nvGrpSpPr>
        <p:grpSpPr>
          <a:xfrm>
            <a:off x="396873" y="949786"/>
            <a:ext cx="2950119" cy="1818554"/>
            <a:chOff x="201576" y="3100646"/>
            <a:chExt cx="2950119" cy="1818554"/>
          </a:xfrm>
        </p:grpSpPr>
        <p:sp>
          <p:nvSpPr>
            <p:cNvPr id="36" name="직사각형 35"/>
            <p:cNvSpPr/>
            <p:nvPr/>
          </p:nvSpPr>
          <p:spPr>
            <a:xfrm>
              <a:off x="201576" y="3100646"/>
              <a:ext cx="2950119" cy="181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서브관리자가 없습니다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상호점검기능 서브관리자가 있어야합니다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서브관리자를 설정 후 진행해 주세요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315365" y="654631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상호점검사용여부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미사용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-&gt;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서브관리자가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없는경우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25758" y="1009518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416052" y="2263645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88471" y="3423998"/>
            <a:ext cx="2950119" cy="1818554"/>
            <a:chOff x="201576" y="3100646"/>
            <a:chExt cx="2950119" cy="1818554"/>
          </a:xfrm>
        </p:grpSpPr>
        <p:sp>
          <p:nvSpPr>
            <p:cNvPr id="77" name="직사각형 76"/>
            <p:cNvSpPr/>
            <p:nvPr/>
          </p:nvSpPr>
          <p:spPr>
            <a:xfrm>
              <a:off x="201576" y="3100646"/>
              <a:ext cx="2950119" cy="181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상호점검기능을 위해서는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상호점검대상자를 선택해 주세요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상호점검대상자는 필수 입니다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78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517356" y="3483730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407650" y="4737857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54564" y="3152545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상호점검사용여부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서브관리자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미 지정 시 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3111" y="5298769"/>
            <a:ext cx="2774532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서브관리자를 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>1</a:t>
            </a:r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명이상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 허용하여 서브관리자를 선택해야할 경우에 사용됨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>.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8458970" y="907017"/>
            <a:ext cx="2876361" cy="1871623"/>
            <a:chOff x="201576" y="3100647"/>
            <a:chExt cx="2876361" cy="1871623"/>
          </a:xfrm>
        </p:grpSpPr>
        <p:sp>
          <p:nvSpPr>
            <p:cNvPr id="29" name="직사각형 28"/>
            <p:cNvSpPr/>
            <p:nvPr/>
          </p:nvSpPr>
          <p:spPr>
            <a:xfrm>
              <a:off x="201576" y="3100647"/>
              <a:ext cx="2876361" cy="1871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%(%ID%)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님의 사용권한을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관리자 권한으로 변경 시 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관리자의 모든 권한이 부여됩니다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0" name="Freeform 11"/>
            <p:cNvSpPr>
              <a:spLocks noChangeArrowheads="1"/>
            </p:cNvSpPr>
            <p:nvPr/>
          </p:nvSpPr>
          <p:spPr bwMode="auto">
            <a:xfrm>
              <a:off x="2860665" y="3220479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8377462" y="61186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관리자권한 선택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87855" y="966748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8900045" y="2337089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9980165" y="2332120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41" name="모서리가 둥근 직사각형 36">
            <a:extLst>
              <a:ext uri="{FF2B5EF4-FFF2-40B4-BE49-F238E27FC236}">
                <a16:creationId xmlns:a16="http://schemas.microsoft.com/office/drawing/2014/main" id="{166D43A6-D880-A69E-FC86-4ED1ECC57BB8}"/>
              </a:ext>
            </a:extLst>
          </p:cNvPr>
          <p:cNvSpPr/>
          <p:nvPr/>
        </p:nvSpPr>
        <p:spPr>
          <a:xfrm>
            <a:off x="8868800" y="1987405"/>
            <a:ext cx="176906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9045706" y="1987405"/>
            <a:ext cx="182614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>
                <a:solidFill>
                  <a:srgbClr val="666666"/>
                </a:solidFill>
                <a:latin typeface="+mn-ea"/>
              </a:rPr>
              <a:t>관리자권한을 부여하는 것에 동의합니다</a:t>
            </a:r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.</a:t>
            </a:r>
            <a:endParaRPr lang="ko-KR" altLang="en-US" sz="700" dirty="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44155" y="2812569"/>
            <a:ext cx="2774532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동의 체크하여야만 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>“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확인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>“ 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버튼 활성화 처리</a:t>
            </a:r>
            <a:endParaRPr lang="en-US" altLang="ko-KR" sz="1000" spc="-150" dirty="0" smtClean="0">
              <a:solidFill>
                <a:srgbClr val="FF0000"/>
              </a:solidFill>
              <a:ea typeface="맑은 고딕"/>
            </a:endParaRPr>
          </a:p>
          <a:p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보안매체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+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전자서명 진행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8384730" y="3597728"/>
            <a:ext cx="2876361" cy="1871623"/>
            <a:chOff x="201576" y="3100647"/>
            <a:chExt cx="2876361" cy="1871623"/>
          </a:xfrm>
        </p:grpSpPr>
        <p:sp>
          <p:nvSpPr>
            <p:cNvPr id="45" name="직사각형 44"/>
            <p:cNvSpPr/>
            <p:nvPr/>
          </p:nvSpPr>
          <p:spPr>
            <a:xfrm>
              <a:off x="201576" y="3100647"/>
              <a:ext cx="2876361" cy="1871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%(%ID%) 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님의 사용권한을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사용자 권한으로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변경하겠습니까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?</a:t>
              </a:r>
            </a:p>
          </p:txBody>
        </p:sp>
        <p:sp>
          <p:nvSpPr>
            <p:cNvPr id="46" name="Freeform 11"/>
            <p:cNvSpPr>
              <a:spLocks noChangeArrowheads="1"/>
            </p:cNvSpPr>
            <p:nvPr/>
          </p:nvSpPr>
          <p:spPr bwMode="auto">
            <a:xfrm>
              <a:off x="2860665" y="3220479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303222" y="330257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사용자권한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 변경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513615" y="365745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8825805" y="5027800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9905925" y="5022831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341287" y="5589183"/>
            <a:ext cx="27745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보안매체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+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전자서명 진행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4011000" y="907018"/>
            <a:ext cx="2876361" cy="1513798"/>
            <a:chOff x="201576" y="3100648"/>
            <a:chExt cx="2876361" cy="1513798"/>
          </a:xfrm>
        </p:grpSpPr>
        <p:sp>
          <p:nvSpPr>
            <p:cNvPr id="65" name="직사각형 64"/>
            <p:cNvSpPr/>
            <p:nvPr/>
          </p:nvSpPr>
          <p:spPr>
            <a:xfrm>
              <a:off x="201576" y="3100648"/>
              <a:ext cx="2876361" cy="15137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%(%ID%)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님의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기안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결재제한상태를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기안결재제한상태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로 변경하시겠습니까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6" name="Freeform 11"/>
            <p:cNvSpPr>
              <a:spLocks noChangeArrowheads="1"/>
            </p:cNvSpPr>
            <p:nvPr/>
          </p:nvSpPr>
          <p:spPr bwMode="auto">
            <a:xfrm>
              <a:off x="2860665" y="3220479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3929492" y="61186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결재제한상태변경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492168" y="1975645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5572288" y="1970676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139885" y="941244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978826" y="2540647"/>
            <a:ext cx="27745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보안매체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+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전자서명 진행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08025" y="571536"/>
            <a:ext cx="3155072" cy="5190356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/>
          <p:cNvSpPr/>
          <p:nvPr/>
        </p:nvSpPr>
        <p:spPr>
          <a:xfrm>
            <a:off x="206507" y="482293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1</a:t>
            </a:r>
            <a:endParaRPr lang="ko-KR" altLang="en-US" sz="800" b="1" dirty="0"/>
          </a:p>
        </p:txBody>
      </p:sp>
      <p:sp>
        <p:nvSpPr>
          <p:cNvPr id="82" name="직사각형 81"/>
          <p:cNvSpPr/>
          <p:nvPr/>
        </p:nvSpPr>
        <p:spPr>
          <a:xfrm>
            <a:off x="3966889" y="557367"/>
            <a:ext cx="3049357" cy="2355818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/>
          <p:cNvSpPr/>
          <p:nvPr/>
        </p:nvSpPr>
        <p:spPr>
          <a:xfrm>
            <a:off x="3888826" y="482293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3</a:t>
            </a:r>
            <a:endParaRPr lang="ko-KR" altLang="en-US" sz="800" b="1" dirty="0"/>
          </a:p>
        </p:txBody>
      </p:sp>
      <p:sp>
        <p:nvSpPr>
          <p:cNvPr id="84" name="직사각형 83"/>
          <p:cNvSpPr/>
          <p:nvPr/>
        </p:nvSpPr>
        <p:spPr>
          <a:xfrm>
            <a:off x="8285974" y="571536"/>
            <a:ext cx="3049357" cy="5471204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/>
          <p:cNvSpPr/>
          <p:nvPr/>
        </p:nvSpPr>
        <p:spPr>
          <a:xfrm>
            <a:off x="8213222" y="472542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4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20094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27072" y="164865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이체한도변경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02480" y="164865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시용자정보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913402"/>
              </p:ext>
            </p:extLst>
          </p:nvPr>
        </p:nvGraphicFramePr>
        <p:xfrm>
          <a:off x="9805078" y="522434"/>
          <a:ext cx="2195166" cy="2865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변경할 사용자를 선택할 수 있도록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514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 기업일 경우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결재요청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제공함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결재요청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 상호점검대상자에게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결재요청함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131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 미 기업일 경우 저장버튼을 제공함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전자서명 팝업 호출 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처리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32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팝업창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닫기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07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이체한도는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기업의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보다 클 수 없음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1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이체한도는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일이체한도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클 수 없음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59964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70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저장시에는</a:t>
                      </a:r>
                      <a:r>
                        <a:rPr lang="ko-KR" altLang="en-US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보여주기</a:t>
                      </a: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528598"/>
              </p:ext>
            </p:extLst>
          </p:nvPr>
        </p:nvGraphicFramePr>
        <p:xfrm>
          <a:off x="9805079" y="6374977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33932" y="429825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2034516" y="306978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2023-04-13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이체한도변경 팝업으로 변경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18515" y="794077"/>
            <a:ext cx="5396838" cy="5266866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170580" y="561301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이체한도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변경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7" name="Freeform 11"/>
          <p:cNvSpPr>
            <a:spLocks noChangeArrowheads="1"/>
          </p:cNvSpPr>
          <p:nvPr/>
        </p:nvSpPr>
        <p:spPr bwMode="auto">
          <a:xfrm>
            <a:off x="5283785" y="903451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직사각형 87"/>
          <p:cNvSpPr/>
          <p:nvPr/>
        </p:nvSpPr>
        <p:spPr>
          <a:xfrm>
            <a:off x="293784" y="903451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이체한도변경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94431" y="3095135"/>
            <a:ext cx="1280159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원화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이체한도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변경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3181" y="4225833"/>
            <a:ext cx="1280159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외화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이체한도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변경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015785"/>
              </p:ext>
            </p:extLst>
          </p:nvPr>
        </p:nvGraphicFramePr>
        <p:xfrm>
          <a:off x="393181" y="2359987"/>
          <a:ext cx="5034604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55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  <a:gridCol w="1353876">
                  <a:extLst>
                    <a:ext uri="{9D8B030D-6E8A-4147-A177-3AD203B41FA5}">
                      <a16:colId xmlns:a16="http://schemas.microsoft.com/office/drawing/2014/main" val="160943467"/>
                    </a:ext>
                  </a:extLst>
                </a:gridCol>
                <a:gridCol w="1133299">
                  <a:extLst>
                    <a:ext uri="{9D8B030D-6E8A-4147-A177-3AD203B41FA5}">
                      <a16:colId xmlns:a16="http://schemas.microsoft.com/office/drawing/2014/main" val="225018416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93181" y="2049890"/>
            <a:ext cx="103650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기업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이체한도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749399"/>
              </p:ext>
            </p:extLst>
          </p:nvPr>
        </p:nvGraphicFramePr>
        <p:xfrm>
          <a:off x="363417" y="3471188"/>
          <a:ext cx="5034604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92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  <a:gridCol w="1353876">
                  <a:extLst>
                    <a:ext uri="{9D8B030D-6E8A-4147-A177-3AD203B41FA5}">
                      <a16:colId xmlns:a16="http://schemas.microsoft.com/office/drawing/2014/main" val="160943467"/>
                    </a:ext>
                  </a:extLst>
                </a:gridCol>
                <a:gridCol w="1133299">
                  <a:extLst>
                    <a:ext uri="{9D8B030D-6E8A-4147-A177-3AD203B41FA5}">
                      <a16:colId xmlns:a16="http://schemas.microsoft.com/office/drawing/2014/main" val="225018416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088375"/>
              </p:ext>
            </p:extLst>
          </p:nvPr>
        </p:nvGraphicFramePr>
        <p:xfrm>
          <a:off x="393181" y="4589415"/>
          <a:ext cx="5034604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55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  <a:gridCol w="1353876">
                  <a:extLst>
                    <a:ext uri="{9D8B030D-6E8A-4147-A177-3AD203B41FA5}">
                      <a16:colId xmlns:a16="http://schemas.microsoft.com/office/drawing/2014/main" val="160943467"/>
                    </a:ext>
                  </a:extLst>
                </a:gridCol>
                <a:gridCol w="1133299">
                  <a:extLst>
                    <a:ext uri="{9D8B030D-6E8A-4147-A177-3AD203B41FA5}">
                      <a16:colId xmlns:a16="http://schemas.microsoft.com/office/drawing/2014/main" val="225018416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</a:t>
                      </a: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28" name="직사각형 27"/>
          <p:cNvSpPr/>
          <p:nvPr/>
        </p:nvSpPr>
        <p:spPr>
          <a:xfrm>
            <a:off x="1793631" y="2425864"/>
            <a:ext cx="110197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100,000,000 </a:t>
            </a:r>
            <a:r>
              <a:rPr lang="ko-KR" altLang="en-US" sz="700" dirty="0" smtClean="0">
                <a:solidFill>
                  <a:srgbClr val="666666"/>
                </a:solidFill>
                <a:latin typeface="+mn-ea"/>
              </a:rPr>
              <a:t>원</a:t>
            </a:r>
            <a:endParaRPr lang="ko-KR" altLang="en-US" sz="7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793631" y="2733372"/>
            <a:ext cx="110197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100,000,000 </a:t>
            </a:r>
            <a:r>
              <a:rPr lang="ko-KR" altLang="en-US" sz="700" dirty="0" smtClean="0">
                <a:solidFill>
                  <a:srgbClr val="666666"/>
                </a:solidFill>
                <a:latin typeface="+mn-ea"/>
              </a:rPr>
              <a:t>원</a:t>
            </a:r>
            <a:endParaRPr lang="ko-KR" altLang="en-US" sz="700" dirty="0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296051" y="2425864"/>
            <a:ext cx="110197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USD 100,000.00</a:t>
            </a:r>
            <a:endParaRPr lang="ko-KR" altLang="en-US" sz="7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96051" y="2733372"/>
            <a:ext cx="110197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USD 100,000.00</a:t>
            </a:r>
            <a:endParaRPr lang="ko-KR" altLang="en-US" sz="700" dirty="0"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793631" y="3544699"/>
            <a:ext cx="110197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10,000,000 </a:t>
            </a:r>
            <a:r>
              <a:rPr lang="ko-KR" altLang="en-US" sz="700" dirty="0" smtClean="0">
                <a:solidFill>
                  <a:srgbClr val="666666"/>
                </a:solidFill>
                <a:latin typeface="+mn-ea"/>
              </a:rPr>
              <a:t>원</a:t>
            </a:r>
            <a:endParaRPr lang="ko-KR" altLang="en-US" sz="700" dirty="0"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793631" y="3852207"/>
            <a:ext cx="110197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10,000,000 </a:t>
            </a:r>
            <a:r>
              <a:rPr lang="ko-KR" altLang="en-US" sz="700" dirty="0" smtClean="0">
                <a:solidFill>
                  <a:srgbClr val="666666"/>
                </a:solidFill>
                <a:latin typeface="+mn-ea"/>
              </a:rPr>
              <a:t>원</a:t>
            </a:r>
            <a:endParaRPr lang="ko-KR" altLang="en-US" sz="700" dirty="0">
              <a:latin typeface="+mn-ea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329663" y="3503211"/>
            <a:ext cx="784683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 smtClean="0">
                <a:solidFill>
                  <a:schemeClr val="tx1"/>
                </a:solidFill>
              </a:rPr>
              <a:t>1,000,000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122526" y="3522478"/>
            <a:ext cx="275495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700" dirty="0" smtClean="0">
                <a:solidFill>
                  <a:srgbClr val="666666"/>
                </a:solidFill>
                <a:latin typeface="+mn-ea"/>
              </a:rPr>
              <a:t>원</a:t>
            </a:r>
            <a:endParaRPr lang="ko-KR" altLang="en-US" sz="700" dirty="0">
              <a:latin typeface="+mn-ea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4329663" y="3813364"/>
            <a:ext cx="784683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 smtClean="0">
                <a:solidFill>
                  <a:schemeClr val="tx1"/>
                </a:solidFill>
              </a:rPr>
              <a:t>1,000,000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122526" y="3832631"/>
            <a:ext cx="275495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700" dirty="0" smtClean="0">
                <a:solidFill>
                  <a:srgbClr val="666666"/>
                </a:solidFill>
                <a:latin typeface="+mn-ea"/>
              </a:rPr>
              <a:t>원</a:t>
            </a:r>
            <a:endParaRPr lang="ko-KR" altLang="en-US" sz="7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793631" y="4660670"/>
            <a:ext cx="110197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USD 100,000.00</a:t>
            </a:r>
            <a:endParaRPr lang="ko-KR" altLang="en-US" sz="700" dirty="0"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793631" y="4968178"/>
            <a:ext cx="110197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USD 100,000.00</a:t>
            </a:r>
            <a:endParaRPr lang="ko-KR" altLang="en-US" sz="700" dirty="0">
              <a:latin typeface="+mn-ea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613338" y="4616537"/>
            <a:ext cx="784683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 smtClean="0">
                <a:solidFill>
                  <a:schemeClr val="tx1"/>
                </a:solidFill>
              </a:rPr>
              <a:t>1,000.00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4613338" y="4926690"/>
            <a:ext cx="784683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 smtClean="0">
                <a:solidFill>
                  <a:schemeClr val="tx1"/>
                </a:solidFill>
              </a:rPr>
              <a:t>1,000.00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250510" y="4648650"/>
            <a:ext cx="36282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USD</a:t>
            </a:r>
            <a:endParaRPr lang="ko-KR" altLang="en-US" sz="7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50510" y="4958803"/>
            <a:ext cx="36282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solidFill>
                  <a:srgbClr val="666666"/>
                </a:solidFill>
                <a:latin typeface="+mn-ea"/>
              </a:rPr>
              <a:t>USD</a:t>
            </a:r>
            <a:endParaRPr lang="ko-KR" altLang="en-US" sz="700" dirty="0">
              <a:latin typeface="+mn-ea"/>
            </a:endParaRPr>
          </a:p>
        </p:txBody>
      </p:sp>
      <p:sp>
        <p:nvSpPr>
          <p:cNvPr id="44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1909529" y="5543092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 smtClean="0">
                <a:solidFill>
                  <a:schemeClr val="bg1"/>
                </a:solidFill>
              </a:rPr>
              <a:t>결재요청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2999669" y="5540239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닫기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6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1875434" y="6317437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2965574" y="6314584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닫기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793631" y="6277370"/>
            <a:ext cx="2251902" cy="44343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1816175" y="5496302"/>
            <a:ext cx="2251902" cy="44343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644187" y="5325036"/>
            <a:ext cx="251992" cy="230832"/>
            <a:chOff x="4867678" y="3090156"/>
            <a:chExt cx="251992" cy="230832"/>
          </a:xfrm>
        </p:grpSpPr>
        <p:sp>
          <p:nvSpPr>
            <p:cNvPr id="5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450876" y="5414405"/>
            <a:ext cx="367408" cy="230832"/>
            <a:chOff x="4809970" y="3090156"/>
            <a:chExt cx="367408" cy="230832"/>
          </a:xfrm>
        </p:grpSpPr>
        <p:sp>
          <p:nvSpPr>
            <p:cNvPr id="5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46099" y="5408895"/>
            <a:ext cx="251992" cy="230832"/>
            <a:chOff x="4867678" y="3090156"/>
            <a:chExt cx="251992" cy="230832"/>
          </a:xfrm>
        </p:grpSpPr>
        <p:sp>
          <p:nvSpPr>
            <p:cNvPr id="5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667635" y="6128493"/>
            <a:ext cx="251992" cy="230832"/>
            <a:chOff x="4867678" y="3090156"/>
            <a:chExt cx="251992" cy="230832"/>
          </a:xfrm>
        </p:grpSpPr>
        <p:sp>
          <p:nvSpPr>
            <p:cNvPr id="6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414818" y="6171615"/>
            <a:ext cx="367408" cy="230832"/>
            <a:chOff x="4809970" y="3090156"/>
            <a:chExt cx="367408" cy="230832"/>
          </a:xfrm>
        </p:grpSpPr>
        <p:sp>
          <p:nvSpPr>
            <p:cNvPr id="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72061" y="6152343"/>
            <a:ext cx="251992" cy="230832"/>
            <a:chOff x="4867678" y="3090156"/>
            <a:chExt cx="251992" cy="230832"/>
          </a:xfrm>
        </p:grpSpPr>
        <p:sp>
          <p:nvSpPr>
            <p:cNvPr id="6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148695" y="765235"/>
            <a:ext cx="251992" cy="230832"/>
            <a:chOff x="4867678" y="3090156"/>
            <a:chExt cx="251992" cy="230832"/>
          </a:xfrm>
        </p:grpSpPr>
        <p:sp>
          <p:nvSpPr>
            <p:cNvPr id="7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79" name="표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213789"/>
              </p:ext>
            </p:extLst>
          </p:nvPr>
        </p:nvGraphicFramePr>
        <p:xfrm>
          <a:off x="363417" y="1546679"/>
          <a:ext cx="5034604" cy="31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3036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84810" y="1588467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04651" y="1232362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915452" y="1510259"/>
            <a:ext cx="251992" cy="230832"/>
            <a:chOff x="4867678" y="3090156"/>
            <a:chExt cx="251992" cy="230832"/>
          </a:xfrm>
        </p:grpSpPr>
        <p:sp>
          <p:nvSpPr>
            <p:cNvPr id="8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91" name="직사각형 90"/>
          <p:cNvSpPr/>
          <p:nvPr/>
        </p:nvSpPr>
        <p:spPr>
          <a:xfrm>
            <a:off x="149911" y="533354"/>
            <a:ext cx="5846443" cy="63012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/>
          <p:cNvSpPr/>
          <p:nvPr/>
        </p:nvSpPr>
        <p:spPr>
          <a:xfrm>
            <a:off x="77159" y="434360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4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427316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공통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보안매체팝업</a:t>
            </a:r>
            <a:endParaRPr lang="en-US" altLang="ko-KR" sz="800" kern="0" dirty="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28" name="직사각형 27"/>
          <p:cNvSpPr/>
          <p:nvPr/>
        </p:nvSpPr>
        <p:spPr>
          <a:xfrm>
            <a:off x="236101" y="811663"/>
            <a:ext cx="4705176" cy="2289091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Freeform 11"/>
          <p:cNvSpPr>
            <a:spLocks noChangeArrowheads="1"/>
          </p:cNvSpPr>
          <p:nvPr/>
        </p:nvSpPr>
        <p:spPr bwMode="auto">
          <a:xfrm>
            <a:off x="4665144" y="931199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88165" y="578886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공통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)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보안매체팝업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0827" y="1102422"/>
            <a:ext cx="1492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000" b="1" spc="-150" dirty="0" err="1" smtClean="0">
                <a:solidFill>
                  <a:prstClr val="black"/>
                </a:solidFill>
                <a:ea typeface="맑은 고딕"/>
              </a:rPr>
              <a:t>보안수단</a:t>
            </a:r>
            <a:r>
              <a:rPr lang="en-US" altLang="ko-KR" sz="1000" b="1" spc="-150" dirty="0" smtClean="0">
                <a:solidFill>
                  <a:prstClr val="black"/>
                </a:solidFill>
                <a:ea typeface="맑은 고딕"/>
              </a:rPr>
              <a:t>(OTP) </a:t>
            </a:r>
            <a:r>
              <a:rPr lang="ko-KR" altLang="en-US" sz="1000" b="1" spc="-150" dirty="0" smtClean="0">
                <a:solidFill>
                  <a:prstClr val="black"/>
                </a:solidFill>
                <a:ea typeface="맑은 고딕"/>
              </a:rPr>
              <a:t>정보 입력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32273"/>
              </p:ext>
            </p:extLst>
          </p:nvPr>
        </p:nvGraphicFramePr>
        <p:xfrm>
          <a:off x="434422" y="1446569"/>
          <a:ext cx="4374722" cy="31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02">
                  <a:extLst>
                    <a:ext uri="{9D8B030D-6E8A-4147-A177-3AD203B41FA5}">
                      <a16:colId xmlns:a16="http://schemas.microsoft.com/office/drawing/2014/main" val="2512880847"/>
                    </a:ext>
                  </a:extLst>
                </a:gridCol>
                <a:gridCol w="3071720">
                  <a:extLst>
                    <a:ext uri="{9D8B030D-6E8A-4147-A177-3AD203B41FA5}">
                      <a16:colId xmlns:a16="http://schemas.microsoft.com/office/drawing/2014/main" val="3820425758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</a:t>
                      </a: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83481"/>
                  </a:ext>
                </a:extLst>
              </a:tr>
            </a:tbl>
          </a:graphicData>
        </a:graphic>
      </p:graphicFrame>
      <p:sp>
        <p:nvSpPr>
          <p:cNvPr id="33" name="모서리가 둥근 직사각형 32"/>
          <p:cNvSpPr/>
          <p:nvPr/>
        </p:nvSpPr>
        <p:spPr>
          <a:xfrm>
            <a:off x="1811994" y="1486602"/>
            <a:ext cx="1005760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>
                <a:solidFill>
                  <a:schemeClr val="tx1"/>
                </a:solidFill>
              </a:rPr>
              <a:t>●●●●●</a:t>
            </a:r>
            <a:r>
              <a:rPr lang="ko-KR" altLang="en-US" sz="1000" dirty="0">
                <a:solidFill>
                  <a:schemeClr val="tx1"/>
                </a:solidFill>
              </a:rPr>
              <a:t>●</a:t>
            </a: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885" y="1479370"/>
            <a:ext cx="209550" cy="276225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>
            <a:off x="404268" y="1780869"/>
            <a:ext cx="43877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 </a:t>
            </a:r>
            <a:r>
              <a:rPr lang="ko-KR" altLang="en-US" sz="800" b="1" dirty="0" err="1">
                <a:solidFill>
                  <a:srgbClr val="DC1B76"/>
                </a:solidFill>
                <a:latin typeface="+mn-ea"/>
              </a:rPr>
              <a:t>응답번호</a:t>
            </a:r>
            <a:r>
              <a:rPr lang="ko-KR" altLang="en-US" sz="800" b="1" dirty="0">
                <a:solidFill>
                  <a:srgbClr val="DC1B76"/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rgbClr val="DC1B76"/>
                </a:solidFill>
                <a:latin typeface="+mn-ea"/>
              </a:rPr>
              <a:t>6</a:t>
            </a:r>
            <a:r>
              <a:rPr lang="ko-KR" altLang="en-US" sz="800" b="1" dirty="0">
                <a:solidFill>
                  <a:srgbClr val="DC1B76"/>
                </a:solidFill>
                <a:latin typeface="+mn-ea"/>
              </a:rPr>
              <a:t>자리를 입력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하여 주십시오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</a:t>
            </a:r>
            <a:br>
              <a:rPr lang="en-US" altLang="ko-KR" sz="800" dirty="0">
                <a:solidFill>
                  <a:srgbClr val="666666"/>
                </a:solidFill>
                <a:latin typeface="+mn-ea"/>
              </a:rPr>
            </a:b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 비밀번호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10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회 연속 오류 시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거래일이 달라도 해당됨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) </a:t>
            </a:r>
            <a:r>
              <a:rPr lang="ko-KR" altLang="en-US" sz="800" dirty="0" err="1">
                <a:solidFill>
                  <a:srgbClr val="666666"/>
                </a:solidFill>
                <a:latin typeface="+mn-ea"/>
              </a:rPr>
              <a:t>거래이용이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제한되며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, </a:t>
            </a:r>
            <a:endParaRPr lang="en-US" altLang="ko-KR" sz="800" dirty="0" smtClean="0">
              <a:solidFill>
                <a:srgbClr val="666666"/>
              </a:solidFill>
              <a:latin typeface="+mn-ea"/>
            </a:endParaRPr>
          </a:p>
          <a:p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  </a:t>
            </a:r>
            <a:r>
              <a:rPr lang="ko-KR" altLang="en-US" sz="800" dirty="0" err="1" smtClean="0">
                <a:solidFill>
                  <a:srgbClr val="666666"/>
                </a:solidFill>
                <a:latin typeface="+mn-ea"/>
              </a:rPr>
              <a:t>오류해제를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위하여 실명확인증표 등 관련서류 지참하시어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영업점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방문하셔야 합니다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 </a:t>
            </a:r>
            <a:endParaRPr lang="ko-KR" altLang="en-US" sz="800" dirty="0">
              <a:latin typeface="+mn-ea"/>
            </a:endParaRPr>
          </a:p>
        </p:txBody>
      </p:sp>
      <p:sp>
        <p:nvSpPr>
          <p:cNvPr id="43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1372231" y="2571780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확인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44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2462371" y="2568927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취소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08903" y="3233993"/>
            <a:ext cx="2774532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사용중인 </a:t>
            </a:r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보안매체에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 따라 표시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/>
            </a:r>
            <a:b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</a:b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>1. OTP</a:t>
            </a:r>
          </a:p>
          <a:p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>2.. 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보안카드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60576"/>
              </p:ext>
            </p:extLst>
          </p:nvPr>
        </p:nvGraphicFramePr>
        <p:xfrm>
          <a:off x="9805078" y="522434"/>
          <a:ext cx="2195166" cy="1326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비밀번호 입력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514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비밀번호 입력 확인 후 전자서명 팝업 호출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닫기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850155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47" name="그룹 4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714228" y="1304885"/>
            <a:ext cx="251992" cy="230832"/>
            <a:chOff x="4867678" y="3090156"/>
            <a:chExt cx="251992" cy="230832"/>
          </a:xfrm>
        </p:grpSpPr>
        <p:sp>
          <p:nvSpPr>
            <p:cNvPr id="5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289874" y="2430552"/>
            <a:ext cx="251992" cy="230832"/>
            <a:chOff x="4867678" y="3090156"/>
            <a:chExt cx="251992" cy="230832"/>
          </a:xfrm>
        </p:grpSpPr>
        <p:sp>
          <p:nvSpPr>
            <p:cNvPr id="6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15575" y="2424514"/>
            <a:ext cx="251992" cy="230832"/>
            <a:chOff x="4867678" y="3090156"/>
            <a:chExt cx="251992" cy="230832"/>
          </a:xfrm>
        </p:grpSpPr>
        <p:sp>
          <p:nvSpPr>
            <p:cNvPr id="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485152" y="794266"/>
            <a:ext cx="251992" cy="230832"/>
            <a:chOff x="4867678" y="3090156"/>
            <a:chExt cx="251992" cy="230832"/>
          </a:xfrm>
        </p:grpSpPr>
        <p:sp>
          <p:nvSpPr>
            <p:cNvPr id="6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33932" y="429825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2034516" y="306978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2023-04-13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입력 팝업으로 변경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294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표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818461"/>
              </p:ext>
            </p:extLst>
          </p:nvPr>
        </p:nvGraphicFramePr>
        <p:xfrm>
          <a:off x="298850" y="2537456"/>
          <a:ext cx="868102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57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1014312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181551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973368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1084385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1354015">
                  <a:extLst>
                    <a:ext uri="{9D8B030D-6E8A-4147-A177-3AD203B41FA5}">
                      <a16:colId xmlns:a16="http://schemas.microsoft.com/office/drawing/2014/main" val="1764096380"/>
                    </a:ext>
                  </a:extLst>
                </a:gridCol>
                <a:gridCol w="1400908">
                  <a:extLst>
                    <a:ext uri="{9D8B030D-6E8A-4147-A177-3AD203B41FA5}">
                      <a16:colId xmlns:a16="http://schemas.microsoft.com/office/drawing/2014/main" val="173826525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</a:tblGrid>
              <a:tr h="1524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                 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사용자명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직장전화번호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기안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결재제한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보안매체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일련번호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업무가능일시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사용자권한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부서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내선번호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모바일뱅킹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7075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사용자상태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휴대전화번호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자주쓰는입금계좌공유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간편인증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758959"/>
                  </a:ext>
                </a:extLst>
              </a:tr>
              <a:tr h="186986"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김부산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1869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관리자권한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CEO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100,000.00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201815"/>
                  </a:ext>
                </a:extLst>
              </a:tr>
              <a:tr h="1283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         정상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대표이사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500,000.00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72199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PBSBANK001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김경남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517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관리자권한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미래전략기획부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518"/>
                  </a:ext>
                </a:extLst>
              </a:tr>
              <a:tr h="141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전무이사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31024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김양산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보안카드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916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사용자권한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경영지원본부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7756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9789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김진주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71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사용자권한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경영지원본부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870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일시정지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부장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25974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422562"/>
              </p:ext>
            </p:extLst>
          </p:nvPr>
        </p:nvGraphicFramePr>
        <p:xfrm>
          <a:off x="9822663" y="540019"/>
          <a:ext cx="2195166" cy="56316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모든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전문 대응 개발 필요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속도 이슈 있을 경우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추가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수정 시 해당 행에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수정중임을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알 수 있는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배색처리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필요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사용자행별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배색 처리 필요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디자인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퍼블가이드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상호점검사용설정 팝업 호출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 변경은 상호점검사용설정 팝업에서만 변경 가능함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 시 관리자는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결재제한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상태값은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 됨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부서로 결과내 재 검색 기능 제공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정보 수정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시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Disable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44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사용자를 선택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업무가능일시설정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사용자권한복사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업무권한설정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일반계좌권한설정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입금계좌설정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카드권한설정 등에 사용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관리자는 모든 권한이 부여됨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781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상태를 표시하고 변경할 수 있음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상태값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시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호출하고 </a:t>
                      </a:r>
                      <a:r>
                        <a:rPr lang="ko-KR" altLang="en-US" sz="650" b="1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보안매체와</a:t>
                      </a:r>
                      <a:r>
                        <a:rPr lang="ko-KR" altLang="en-US" sz="650" b="1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전자서명이 필요함</a:t>
                      </a:r>
                      <a:r>
                        <a:rPr lang="en-US" altLang="ko-KR" sz="650" b="1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주관리자는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상태 변경 불가함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일시정지중인 사용자는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업무권한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일반계좌권한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입금계좌권한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카드사업장권한 변경이 불가함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-&gt;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바꿀시</a:t>
                      </a:r>
                      <a:endParaRPr lang="ko-KR" altLang="en-US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제외한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업무권한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계좌권한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 모든 정보가 초기화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477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사용자가 모바일뱅킹에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가입되어있지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않았으면 모바일뱅킹가입 버튼으로 제공되며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표시함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창에서 확인 버튼 클릭 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“+”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 후 가입 전문 호출 후 완료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다음페이지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가입버튼은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관리자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서브관리자에게만 제공됨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사용자는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미가입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＂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텍스트로만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496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개인사업자통합관리 대상자일 경우에만 버튼 제공함</a:t>
                      </a:r>
                      <a:endParaRPr lang="en-US" altLang="ko-KR" sz="650" b="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53318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77168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b="1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73318"/>
                  </a:ext>
                </a:extLst>
              </a:tr>
            </a:tbl>
          </a:graphicData>
        </a:graphic>
      </p:graphicFrame>
      <p:grpSp>
        <p:nvGrpSpPr>
          <p:cNvPr id="190" name="그룹 189"/>
          <p:cNvGrpSpPr/>
          <p:nvPr/>
        </p:nvGrpSpPr>
        <p:grpSpPr>
          <a:xfrm>
            <a:off x="291298" y="2265889"/>
            <a:ext cx="1767513" cy="194762"/>
            <a:chOff x="5087887" y="864761"/>
            <a:chExt cx="1767513" cy="194762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ID,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이름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부서로 검색해주세요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7121676" y="2287527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 smtClean="0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298850" y="1919559"/>
            <a:ext cx="701474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7447086" y="6382949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7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708787" y="6006126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98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798927" y="6003273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</a:rPr>
              <a:t>재조회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676415" y="3759248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1682276" y="3155509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>
          <a:xfrm>
            <a:off x="1684306" y="3366524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>
            <a:off x="1684306" y="3557193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1682276" y="4347489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/>
          <p:cNvSpPr/>
          <p:nvPr/>
        </p:nvSpPr>
        <p:spPr>
          <a:xfrm>
            <a:off x="1684306" y="4558504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1684306" y="4749173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1682276" y="4939504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1684306" y="5150519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/>
          <p:cNvSpPr/>
          <p:nvPr/>
        </p:nvSpPr>
        <p:spPr>
          <a:xfrm>
            <a:off x="1684306" y="5341188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1684306" y="3962177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직사각형 110"/>
          <p:cNvSpPr/>
          <p:nvPr/>
        </p:nvSpPr>
        <p:spPr>
          <a:xfrm>
            <a:off x="1684306" y="4152846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직사각형 192"/>
          <p:cNvSpPr/>
          <p:nvPr/>
        </p:nvSpPr>
        <p:spPr>
          <a:xfrm>
            <a:off x="650635" y="3959415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직사각형 193"/>
          <p:cNvSpPr/>
          <p:nvPr/>
        </p:nvSpPr>
        <p:spPr>
          <a:xfrm>
            <a:off x="650635" y="4152846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직사각형 195"/>
          <p:cNvSpPr/>
          <p:nvPr/>
        </p:nvSpPr>
        <p:spPr>
          <a:xfrm>
            <a:off x="650635" y="4555742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직사각형 206"/>
          <p:cNvSpPr/>
          <p:nvPr/>
        </p:nvSpPr>
        <p:spPr>
          <a:xfrm>
            <a:off x="650635" y="4749173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직사각형 207"/>
          <p:cNvSpPr/>
          <p:nvPr/>
        </p:nvSpPr>
        <p:spPr>
          <a:xfrm>
            <a:off x="650635" y="5136399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/>
          <p:cNvSpPr/>
          <p:nvPr/>
        </p:nvSpPr>
        <p:spPr>
          <a:xfrm>
            <a:off x="650635" y="5329830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직사각형 263"/>
          <p:cNvSpPr/>
          <p:nvPr/>
        </p:nvSpPr>
        <p:spPr>
          <a:xfrm>
            <a:off x="3872138" y="3155509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3878899" y="3750518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3872138" y="4343031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3872138" y="4936848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6" name="직사각형 275"/>
          <p:cNvSpPr/>
          <p:nvPr/>
        </p:nvSpPr>
        <p:spPr>
          <a:xfrm>
            <a:off x="3875663" y="3952559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공유안함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7" name="직사각형 276"/>
          <p:cNvSpPr/>
          <p:nvPr/>
        </p:nvSpPr>
        <p:spPr>
          <a:xfrm>
            <a:off x="3884503" y="4546376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공유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8" name="직사각형 277"/>
          <p:cNvSpPr/>
          <p:nvPr/>
        </p:nvSpPr>
        <p:spPr>
          <a:xfrm>
            <a:off x="3886342" y="5140408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공유안함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5064830" y="4943617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단독결재불가</a:t>
            </a:r>
            <a:r>
              <a:rPr lang="en-US" altLang="ko-KR" sz="700" dirty="0" smtClean="0">
                <a:solidFill>
                  <a:schemeClr val="tx1"/>
                </a:solidFill>
              </a:rPr>
              <a:t>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5062991" y="4361006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제한없음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307739" y="5527531"/>
            <a:ext cx="5691498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직사각형 291"/>
          <p:cNvSpPr/>
          <p:nvPr/>
        </p:nvSpPr>
        <p:spPr>
          <a:xfrm>
            <a:off x="8981629" y="3149065"/>
            <a:ext cx="62444" cy="1740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6" name="직사각형 355"/>
          <p:cNvSpPr/>
          <p:nvPr/>
        </p:nvSpPr>
        <p:spPr>
          <a:xfrm>
            <a:off x="3869990" y="3351863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공유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2878361" y="3155509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2878360" y="3366524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2878360" y="3557885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2877225" y="3754381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2877224" y="3965396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2877224" y="4156757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2877224" y="4353253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2877223" y="4564268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2877223" y="4755629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2884245" y="4940788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2884244" y="5151803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2884244" y="5343164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3887881" y="3554445"/>
            <a:ext cx="922585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298850" y="781332"/>
            <a:ext cx="61010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상호점검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3882272" y="4149454"/>
            <a:ext cx="922585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881951" y="4744036"/>
            <a:ext cx="922585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3876342" y="5339045"/>
            <a:ext cx="922585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graphicFrame>
        <p:nvGraphicFramePr>
          <p:cNvPr id="126" name="표 125"/>
          <p:cNvGraphicFramePr>
            <a:graphicFrameLocks noGrp="1"/>
          </p:cNvGraphicFramePr>
          <p:nvPr>
            <p:extLst/>
          </p:nvPr>
        </p:nvGraphicFramePr>
        <p:xfrm>
          <a:off x="303927" y="1098501"/>
          <a:ext cx="7821726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상호점검사용여부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3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577798" y="1453907"/>
            <a:ext cx="1734481" cy="24154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smtClean="0">
                <a:solidFill>
                  <a:schemeClr val="bg1">
                    <a:lumMod val="65000"/>
                  </a:schemeClr>
                </a:solidFill>
              </a:rPr>
              <a:t>김경남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(PBSBANK001</a:t>
            </a:r>
            <a:r>
              <a:rPr lang="en-US" altLang="ko-KR" sz="900" dirty="0" smtClean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4976823" y="3117029"/>
            <a:ext cx="1112515" cy="198623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918633" y="3003572"/>
            <a:ext cx="251992" cy="230832"/>
            <a:chOff x="4867678" y="3090156"/>
            <a:chExt cx="251992" cy="230832"/>
          </a:xfrm>
        </p:grpSpPr>
        <p:sp>
          <p:nvSpPr>
            <p:cNvPr id="15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76491" y="1420764"/>
            <a:ext cx="251992" cy="230832"/>
            <a:chOff x="4867678" y="3090156"/>
            <a:chExt cx="251992" cy="230832"/>
          </a:xfrm>
        </p:grpSpPr>
        <p:sp>
          <p:nvSpPr>
            <p:cNvPr id="15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526515" y="1154679"/>
            <a:ext cx="888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사용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2415291" y="1155880"/>
            <a:ext cx="82927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상호점검설정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319042" y="997497"/>
            <a:ext cx="251992" cy="230832"/>
            <a:chOff x="4867678" y="3090156"/>
            <a:chExt cx="251992" cy="230832"/>
          </a:xfrm>
        </p:grpSpPr>
        <p:sp>
          <p:nvSpPr>
            <p:cNvPr id="16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07329" y="3834508"/>
            <a:ext cx="251992" cy="230832"/>
            <a:chOff x="4867678" y="3090156"/>
            <a:chExt cx="251992" cy="230832"/>
          </a:xfrm>
        </p:grpSpPr>
        <p:sp>
          <p:nvSpPr>
            <p:cNvPr id="10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3812" y="2166271"/>
            <a:ext cx="251992" cy="230832"/>
            <a:chOff x="4867678" y="3090156"/>
            <a:chExt cx="251992" cy="230832"/>
          </a:xfrm>
        </p:grpSpPr>
        <p:sp>
          <p:nvSpPr>
            <p:cNvPr id="11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77905" y="5208104"/>
            <a:ext cx="251992" cy="230832"/>
            <a:chOff x="4867678" y="3090156"/>
            <a:chExt cx="251992" cy="230832"/>
          </a:xfrm>
        </p:grpSpPr>
        <p:sp>
          <p:nvSpPr>
            <p:cNvPr id="11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12052101" y="324563"/>
            <a:ext cx="2592288" cy="1211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상호점검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기능 수정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항목 위치 변경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전자서명으로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변경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상호점검사용 시 관리자의 기안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결재제한은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기안불가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로 변경 함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47377" y="778724"/>
            <a:ext cx="8175654" cy="1061799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6997632" y="1840524"/>
            <a:ext cx="1447832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ko-KR" altLang="en-US" sz="700" smtClean="0">
                <a:solidFill>
                  <a:schemeClr val="bg1"/>
                </a:solidFill>
                <a:latin typeface="+mn-ea"/>
              </a:rPr>
              <a:t>마스터와 서브 마스터에만 표시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25" name="그룹 124"/>
          <p:cNvGrpSpPr/>
          <p:nvPr/>
        </p:nvGrpSpPr>
        <p:grpSpPr>
          <a:xfrm>
            <a:off x="151200" y="627522"/>
            <a:ext cx="9190080" cy="255343"/>
            <a:chOff x="2638132" y="2022105"/>
            <a:chExt cx="3455988" cy="255343"/>
          </a:xfrm>
        </p:grpSpPr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129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128" name="TextBox 127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33" name="직사각형 132"/>
          <p:cNvSpPr/>
          <p:nvPr/>
        </p:nvSpPr>
        <p:spPr>
          <a:xfrm>
            <a:off x="6419051" y="3940835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7724707" y="3940835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6419051" y="4139986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7724707" y="4139986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6419051" y="4541463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7724707" y="4541463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6419051" y="4740614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7724707" y="4740614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6427279" y="5141658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7732935" y="5141658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6427279" y="5340809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7732935" y="5340809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1418439" y="5654771"/>
            <a:ext cx="85170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이용메뉴지정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0" name="모서리가 둥근 직사각형 199"/>
          <p:cNvSpPr/>
          <p:nvPr/>
        </p:nvSpPr>
        <p:spPr>
          <a:xfrm>
            <a:off x="2326076" y="5661465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일반계좌지정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1" name="모서리가 둥근 직사각형 200"/>
          <p:cNvSpPr/>
          <p:nvPr/>
        </p:nvSpPr>
        <p:spPr>
          <a:xfrm>
            <a:off x="3400415" y="5652232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입금계좌지정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4474754" y="5660571"/>
            <a:ext cx="114501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카드사업장지정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6659550" y="5667795"/>
            <a:ext cx="1039271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업무가능시간설정</a:t>
            </a:r>
          </a:p>
        </p:txBody>
      </p:sp>
      <p:sp>
        <p:nvSpPr>
          <p:cNvPr id="204" name="모서리가 둥근 직사각형 203"/>
          <p:cNvSpPr/>
          <p:nvPr/>
        </p:nvSpPr>
        <p:spPr>
          <a:xfrm>
            <a:off x="5675707" y="5671538"/>
            <a:ext cx="92790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사용자권한복사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5" name="모서리가 둥근 직사각형 204"/>
          <p:cNvSpPr/>
          <p:nvPr/>
        </p:nvSpPr>
        <p:spPr>
          <a:xfrm>
            <a:off x="288167" y="5654771"/>
            <a:ext cx="1075346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기업통합관리목록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187714" y="5549625"/>
            <a:ext cx="1204018" cy="381491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288167" y="5930881"/>
            <a:ext cx="981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통합 관리 신청 </a:t>
            </a:r>
            <a:endParaRPr lang="en-US" altLang="ko-KR" sz="1000" spc="-150" dirty="0" smtClean="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기업만 제공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14890" y="5487736"/>
            <a:ext cx="255198" cy="230832"/>
            <a:chOff x="4866075" y="3090156"/>
            <a:chExt cx="255198" cy="230832"/>
          </a:xfrm>
        </p:grpSpPr>
        <p:sp>
          <p:nvSpPr>
            <p:cNvPr id="21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6075" y="3090156"/>
              <a:ext cx="25519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14" name="직사각형 213"/>
          <p:cNvSpPr/>
          <p:nvPr/>
        </p:nvSpPr>
        <p:spPr>
          <a:xfrm>
            <a:off x="5062991" y="3761519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제한없음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15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5106653" y="5141658"/>
            <a:ext cx="858623" cy="14011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smtClean="0">
                <a:solidFill>
                  <a:schemeClr val="tx1"/>
                </a:solidFill>
              </a:rPr>
              <a:t>모바일뱅킹가입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5038408" y="5106500"/>
            <a:ext cx="1103282" cy="21274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912529" y="4991619"/>
            <a:ext cx="251992" cy="230832"/>
            <a:chOff x="4867678" y="3090156"/>
            <a:chExt cx="251992" cy="230832"/>
          </a:xfrm>
        </p:grpSpPr>
        <p:sp>
          <p:nvSpPr>
            <p:cNvPr id="21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322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grpSp>
        <p:nvGrpSpPr>
          <p:cNvPr id="86" name="그룹 85"/>
          <p:cNvGrpSpPr/>
          <p:nvPr/>
        </p:nvGrpSpPr>
        <p:grpSpPr>
          <a:xfrm>
            <a:off x="284890" y="999902"/>
            <a:ext cx="2950119" cy="1940203"/>
            <a:chOff x="201576" y="3100646"/>
            <a:chExt cx="2950119" cy="1940203"/>
          </a:xfrm>
        </p:grpSpPr>
        <p:sp>
          <p:nvSpPr>
            <p:cNvPr id="104" name="직사각형 103"/>
            <p:cNvSpPr/>
            <p:nvPr/>
          </p:nvSpPr>
          <p:spPr>
            <a:xfrm>
              <a:off x="201576" y="3100646"/>
              <a:ext cx="2950119" cy="19402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%(%ID%)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님이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결재선에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기안자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승인자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단독결재자로 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등록된 경우 해당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결재선은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사용하실 수 없으며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간편인증과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디지털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OTP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가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해지처리되며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모든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권한정보가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초기화 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일시정지 처리 하겠습니까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3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203382" y="745567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정상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-&gt;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일시정지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13775" y="1059634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25965" y="2504151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806085" y="2499182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27" name="그룹 126"/>
          <p:cNvGrpSpPr/>
          <p:nvPr/>
        </p:nvGrpSpPr>
        <p:grpSpPr>
          <a:xfrm>
            <a:off x="258854" y="3708973"/>
            <a:ext cx="2950119" cy="1490703"/>
            <a:chOff x="201576" y="3100646"/>
            <a:chExt cx="2950119" cy="1490703"/>
          </a:xfrm>
        </p:grpSpPr>
        <p:sp>
          <p:nvSpPr>
            <p:cNvPr id="128" name="직사각형 127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%(%ID%)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님 상태를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정상 처리 하겠습니까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77346" y="341381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일시정지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-&gt;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정상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387739" y="376870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72596" y="4758409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852716" y="4753440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2023-03-07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일시정지 시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ALERT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창 문구 수정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2023-03-07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모뱅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가입용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alert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창 제공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3914991" y="1048836"/>
            <a:ext cx="2950119" cy="1490703"/>
            <a:chOff x="201576" y="3100646"/>
            <a:chExt cx="2950119" cy="1490703"/>
          </a:xfrm>
        </p:grpSpPr>
        <p:sp>
          <p:nvSpPr>
            <p:cNvPr id="61" name="직사각형 60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%(%ID%)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님을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모바일뱅킹에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가입처리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하겠습니까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</p:txBody>
        </p:sp>
        <p:sp>
          <p:nvSpPr>
            <p:cNvPr id="62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3833483" y="75368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모바일뱅킹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가입  버튼 클릭 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016820" y="11050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428733" y="2098272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5508853" y="2093303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538641" y="802964"/>
            <a:ext cx="1252711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기획추가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 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>2023-03-07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grpSp>
        <p:nvGrpSpPr>
          <p:cNvPr id="78" name="그룹 77"/>
          <p:cNvGrpSpPr/>
          <p:nvPr/>
        </p:nvGrpSpPr>
        <p:grpSpPr>
          <a:xfrm>
            <a:off x="3914991" y="3396083"/>
            <a:ext cx="2950119" cy="1490703"/>
            <a:chOff x="201576" y="3100646"/>
            <a:chExt cx="2950119" cy="1490703"/>
          </a:xfrm>
        </p:grpSpPr>
        <p:sp>
          <p:nvSpPr>
            <p:cNvPr id="79" name="직사각형 78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%(%ID%)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님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모바일뱅킹에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가입처리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되었습니다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</p:txBody>
        </p:sp>
        <p:sp>
          <p:nvSpPr>
            <p:cNvPr id="8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3833483" y="310092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모뱅가입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 확인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성공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016820" y="3452300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889820" y="4420915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666639" y="3144642"/>
            <a:ext cx="1252711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기획추가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 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>2023-03-07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944820" y="2632782"/>
            <a:ext cx="27745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보안매체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+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전자서명 진행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242719" y="3002627"/>
            <a:ext cx="27745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보안매체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+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전자서명 진행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269014" y="5288719"/>
            <a:ext cx="27745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보안매체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+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  <a:sym typeface="Wingdings" panose="05000000000000000000" pitchFamily="2" charset="2"/>
              </a:rPr>
              <a:t>전자서명 진행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203382" y="647465"/>
            <a:ext cx="3229289" cy="5003058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/>
          <p:cNvSpPr/>
          <p:nvPr/>
        </p:nvSpPr>
        <p:spPr>
          <a:xfrm>
            <a:off x="130630" y="548471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6</a:t>
            </a:r>
            <a:endParaRPr lang="ko-KR" altLang="en-US" sz="800" b="1" dirty="0"/>
          </a:p>
        </p:txBody>
      </p:sp>
      <p:sp>
        <p:nvSpPr>
          <p:cNvPr id="111" name="직사각형 110"/>
          <p:cNvSpPr/>
          <p:nvPr/>
        </p:nvSpPr>
        <p:spPr>
          <a:xfrm>
            <a:off x="3783284" y="599399"/>
            <a:ext cx="3229289" cy="5003058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/>
          <p:cNvSpPr/>
          <p:nvPr/>
        </p:nvSpPr>
        <p:spPr>
          <a:xfrm>
            <a:off x="3710532" y="500405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7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47842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표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14164"/>
              </p:ext>
            </p:extLst>
          </p:nvPr>
        </p:nvGraphicFramePr>
        <p:xfrm>
          <a:off x="298850" y="2578490"/>
          <a:ext cx="868102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57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1014312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181551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973368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1084385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1354015">
                  <a:extLst>
                    <a:ext uri="{9D8B030D-6E8A-4147-A177-3AD203B41FA5}">
                      <a16:colId xmlns:a16="http://schemas.microsoft.com/office/drawing/2014/main" val="1764096380"/>
                    </a:ext>
                  </a:extLst>
                </a:gridCol>
                <a:gridCol w="1400908">
                  <a:extLst>
                    <a:ext uri="{9D8B030D-6E8A-4147-A177-3AD203B41FA5}">
                      <a16:colId xmlns:a16="http://schemas.microsoft.com/office/drawing/2014/main" val="173826525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</a:tblGrid>
              <a:tr h="1524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                 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사용자명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직장전화번호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기안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결재제한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보안매체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일련번호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업무가능일시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사용자권한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부서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내선번호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모바일뱅킹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7075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사용자상태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휴대전화번호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자주쓰는입금계좌공유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간편인증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758959"/>
                  </a:ext>
                </a:extLst>
              </a:tr>
              <a:tr h="186986"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김부산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단독결재불가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1869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관리자권한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CEO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100,000.00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201815"/>
                  </a:ext>
                </a:extLst>
              </a:tr>
              <a:tr h="1283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         정상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대표이사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500,000.00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72199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PBSBANK001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김경남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단독결재불가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517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관리자권한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미래전략기획부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518"/>
                  </a:ext>
                </a:extLst>
              </a:tr>
              <a:tr h="141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전무이사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31024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김양산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보안카드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916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사용자권한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경영지원본부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7756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9789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김진주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71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사용자권한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경영지원본부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870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일시정지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부장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25974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832764"/>
              </p:ext>
            </p:extLst>
          </p:nvPr>
        </p:nvGraphicFramePr>
        <p:xfrm>
          <a:off x="9822663" y="540019"/>
          <a:ext cx="2195166" cy="42829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기본정보 변경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직장전화번호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내선번호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휴대전화번호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생년월일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자주쓰는계좌공유는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여러 사용자의 정보를 한번에 변경할 수 있다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사용자명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생년월일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휴대전화번호를 변경 시 디지털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재발급 안내를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호출함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관리자가 디지털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사용하는 경우에는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본인정보를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변경할 수 없음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관리자의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이용한도는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기업한도와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동일하며 변경할 수 없다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이용한도는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기업한도를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초과할 수 없도록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설정해야하며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기업한도를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초과하여 입력 시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표시한다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서브관리자는 본인을 비롯한 관리자와 다른 서브관리자의 이용한도 정보를 변경할 수 없다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가입여부는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기존회원의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기본값으로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셋팅하며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모바일을통해 생성된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가입상태가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기본값으로 설정되도록함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간편인증사용여부는 해당사용자의 간편인증등록여부에 따라 사용여부를 표시한다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781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사용정보를 표시하며 변경은 불가하다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OTP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보안카드의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경우 일련번호를 함께 표시한다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03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업무가능일시는 업무가능시간설정 팝을 통해 표시되도록 처리 함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팝업에서 전입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평일 선택 시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“,”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평일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＂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표시하고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직접선택한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경우에만 요일을 표시하도록 한다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27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“4”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항목은 사용자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건건별로만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변경이 가능함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9434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77168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73318"/>
                  </a:ext>
                </a:extLst>
              </a:tr>
            </a:tbl>
          </a:graphicData>
        </a:graphic>
      </p:graphicFrame>
      <p:grpSp>
        <p:nvGrpSpPr>
          <p:cNvPr id="190" name="그룹 189"/>
          <p:cNvGrpSpPr/>
          <p:nvPr/>
        </p:nvGrpSpPr>
        <p:grpSpPr>
          <a:xfrm>
            <a:off x="291298" y="2306923"/>
            <a:ext cx="1767513" cy="194762"/>
            <a:chOff x="5087887" y="864761"/>
            <a:chExt cx="1767513" cy="194762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ID,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이름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부서로 검색해주세요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7121676" y="2328561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 smtClean="0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298850" y="1960593"/>
            <a:ext cx="701474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7447086" y="6382949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7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708787" y="6047160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98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798927" y="6044307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</a:rPr>
              <a:t>재조회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676415" y="3800282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1682276" y="3196543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>
          <a:xfrm>
            <a:off x="1684306" y="3407558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>
            <a:off x="1684306" y="3598227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1682276" y="4388523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/>
          <p:cNvSpPr/>
          <p:nvPr/>
        </p:nvSpPr>
        <p:spPr>
          <a:xfrm>
            <a:off x="1684306" y="4599538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1684306" y="4790207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1682276" y="4980538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1684306" y="5191553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/>
          <p:cNvSpPr/>
          <p:nvPr/>
        </p:nvSpPr>
        <p:spPr>
          <a:xfrm>
            <a:off x="1684306" y="5382222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1684306" y="4003211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직사각형 110"/>
          <p:cNvSpPr/>
          <p:nvPr/>
        </p:nvSpPr>
        <p:spPr>
          <a:xfrm>
            <a:off x="1684306" y="4193880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직사각형 192"/>
          <p:cNvSpPr/>
          <p:nvPr/>
        </p:nvSpPr>
        <p:spPr>
          <a:xfrm>
            <a:off x="650635" y="4000449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직사각형 193"/>
          <p:cNvSpPr/>
          <p:nvPr/>
        </p:nvSpPr>
        <p:spPr>
          <a:xfrm>
            <a:off x="650635" y="4193880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직사각형 195"/>
          <p:cNvSpPr/>
          <p:nvPr/>
        </p:nvSpPr>
        <p:spPr>
          <a:xfrm>
            <a:off x="650635" y="4596776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직사각형 206"/>
          <p:cNvSpPr/>
          <p:nvPr/>
        </p:nvSpPr>
        <p:spPr>
          <a:xfrm>
            <a:off x="650635" y="4790207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직사각형 207"/>
          <p:cNvSpPr/>
          <p:nvPr/>
        </p:nvSpPr>
        <p:spPr>
          <a:xfrm>
            <a:off x="650635" y="5177433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/>
          <p:cNvSpPr/>
          <p:nvPr/>
        </p:nvSpPr>
        <p:spPr>
          <a:xfrm>
            <a:off x="650635" y="5370864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직사각형 263"/>
          <p:cNvSpPr/>
          <p:nvPr/>
        </p:nvSpPr>
        <p:spPr>
          <a:xfrm>
            <a:off x="3878182" y="3196543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3878182" y="3791552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3878182" y="4384065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3878182" y="4977882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6" name="직사각형 275"/>
          <p:cNvSpPr/>
          <p:nvPr/>
        </p:nvSpPr>
        <p:spPr>
          <a:xfrm>
            <a:off x="3878182" y="4204059"/>
            <a:ext cx="940180" cy="1290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공유안함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7" name="직사각형 276"/>
          <p:cNvSpPr/>
          <p:nvPr/>
        </p:nvSpPr>
        <p:spPr>
          <a:xfrm>
            <a:off x="3878182" y="4797876"/>
            <a:ext cx="940180" cy="1290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공유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8" name="직사각형 277"/>
          <p:cNvSpPr/>
          <p:nvPr/>
        </p:nvSpPr>
        <p:spPr>
          <a:xfrm>
            <a:off x="3878182" y="5391908"/>
            <a:ext cx="940180" cy="1290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공유안함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5122673" y="4970685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단독결재불가</a:t>
            </a:r>
            <a:r>
              <a:rPr lang="en-US" altLang="ko-KR" sz="700" dirty="0" smtClean="0">
                <a:solidFill>
                  <a:schemeClr val="tx1"/>
                </a:solidFill>
              </a:rPr>
              <a:t>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5120834" y="4388074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제한없음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307739" y="5568565"/>
            <a:ext cx="5691498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직사각형 291"/>
          <p:cNvSpPr/>
          <p:nvPr/>
        </p:nvSpPr>
        <p:spPr>
          <a:xfrm>
            <a:off x="8981629" y="3190099"/>
            <a:ext cx="62444" cy="1740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6" name="직사각형 355"/>
          <p:cNvSpPr/>
          <p:nvPr/>
        </p:nvSpPr>
        <p:spPr>
          <a:xfrm>
            <a:off x="3878182" y="3603363"/>
            <a:ext cx="940180" cy="1290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공유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2878361" y="3196543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2878360" y="3407558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2878360" y="3598919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2877225" y="3795415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2877224" y="4006430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2877224" y="4197791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2877224" y="4394287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2877223" y="4605302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2877223" y="4796663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2884245" y="4981822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2884244" y="5192837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2884244" y="5384198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3878182" y="3399570"/>
            <a:ext cx="91682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298850" y="781332"/>
            <a:ext cx="61010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상호점검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3878182" y="3994579"/>
            <a:ext cx="91682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878182" y="4589161"/>
            <a:ext cx="91682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3878182" y="5184170"/>
            <a:ext cx="91682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graphicFrame>
        <p:nvGraphicFramePr>
          <p:cNvPr id="126" name="표 125"/>
          <p:cNvGraphicFramePr>
            <a:graphicFrameLocks noGrp="1"/>
          </p:cNvGraphicFramePr>
          <p:nvPr>
            <p:extLst/>
          </p:nvPr>
        </p:nvGraphicFramePr>
        <p:xfrm>
          <a:off x="303927" y="1098501"/>
          <a:ext cx="7821726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상호점검사용여부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3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577798" y="1453907"/>
            <a:ext cx="1734481" cy="24154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smtClean="0">
                <a:solidFill>
                  <a:schemeClr val="bg1">
                    <a:lumMod val="65000"/>
                  </a:schemeClr>
                </a:solidFill>
              </a:rPr>
              <a:t>김경남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(PBSBANK001</a:t>
            </a:r>
            <a:r>
              <a:rPr lang="en-US" altLang="ko-KR" sz="900" dirty="0" smtClean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526515" y="1154679"/>
            <a:ext cx="888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사용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2415291" y="1155880"/>
            <a:ext cx="82927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상호점검설정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587433" y="3147646"/>
            <a:ext cx="3340657" cy="2491154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400519" y="3013924"/>
            <a:ext cx="251992" cy="230832"/>
            <a:chOff x="4867678" y="3090156"/>
            <a:chExt cx="251992" cy="230832"/>
          </a:xfrm>
        </p:grpSpPr>
        <p:sp>
          <p:nvSpPr>
            <p:cNvPr id="12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33" name="직사각형 132"/>
          <p:cNvSpPr/>
          <p:nvPr/>
        </p:nvSpPr>
        <p:spPr>
          <a:xfrm>
            <a:off x="6326092" y="3360539"/>
            <a:ext cx="2753431" cy="455324"/>
          </a:xfrm>
          <a:prstGeom prst="rect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216100" y="3252093"/>
            <a:ext cx="251992" cy="230832"/>
            <a:chOff x="4867678" y="3090156"/>
            <a:chExt cx="251992" cy="230832"/>
          </a:xfrm>
        </p:grpSpPr>
        <p:sp>
          <p:nvSpPr>
            <p:cNvPr id="13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4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44" name="직사각형 143"/>
          <p:cNvSpPr/>
          <p:nvPr/>
        </p:nvSpPr>
        <p:spPr>
          <a:xfrm>
            <a:off x="6429551" y="4944882"/>
            <a:ext cx="1179633" cy="217771"/>
          </a:xfrm>
          <a:prstGeom prst="rect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직사각형 188"/>
          <p:cNvSpPr/>
          <p:nvPr/>
        </p:nvSpPr>
        <p:spPr>
          <a:xfrm>
            <a:off x="5019753" y="5180245"/>
            <a:ext cx="1179633" cy="359466"/>
          </a:xfrm>
          <a:prstGeom prst="rect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/>
          <p:cNvSpPr/>
          <p:nvPr/>
        </p:nvSpPr>
        <p:spPr>
          <a:xfrm>
            <a:off x="7706852" y="4955040"/>
            <a:ext cx="1349225" cy="238283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2023-02-22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상호점검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기능 수정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항목 위치 변경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기안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결재제한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상태 일괄변경에서 개별변경으로 수정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전자서명으로 변경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247377" y="778724"/>
            <a:ext cx="8175654" cy="1061799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6997632" y="1840524"/>
            <a:ext cx="1447832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ko-KR" altLang="en-US" sz="700" smtClean="0">
                <a:solidFill>
                  <a:schemeClr val="bg1"/>
                </a:solidFill>
                <a:latin typeface="+mn-ea"/>
              </a:rPr>
              <a:t>마스터와 서브 마스터에만 표시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28" name="그룹 127"/>
          <p:cNvGrpSpPr/>
          <p:nvPr/>
        </p:nvGrpSpPr>
        <p:grpSpPr>
          <a:xfrm>
            <a:off x="151200" y="627522"/>
            <a:ext cx="9190080" cy="255343"/>
            <a:chOff x="2638132" y="2022105"/>
            <a:chExt cx="3455988" cy="255343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138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137" name="TextBox 136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42" name="직사각형 141"/>
          <p:cNvSpPr/>
          <p:nvPr/>
        </p:nvSpPr>
        <p:spPr>
          <a:xfrm>
            <a:off x="6366553" y="3994579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7672209" y="3994579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6366553" y="4193730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7672209" y="4193730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6366553" y="4595207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7672209" y="4595207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6366553" y="4794358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7672209" y="4794358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6374781" y="5195402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7680437" y="5195402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6374781" y="5394553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7680437" y="5394553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252896" y="4804529"/>
            <a:ext cx="251992" cy="230832"/>
            <a:chOff x="4867678" y="3090156"/>
            <a:chExt cx="251992" cy="230832"/>
          </a:xfrm>
        </p:grpSpPr>
        <p:sp>
          <p:nvSpPr>
            <p:cNvPr id="19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572251" y="4793545"/>
            <a:ext cx="251992" cy="230832"/>
            <a:chOff x="4867678" y="3090156"/>
            <a:chExt cx="251992" cy="230832"/>
          </a:xfrm>
        </p:grpSpPr>
        <p:sp>
          <p:nvSpPr>
            <p:cNvPr id="20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892355" y="5037318"/>
            <a:ext cx="251992" cy="230832"/>
            <a:chOff x="4867678" y="3090156"/>
            <a:chExt cx="251992" cy="230832"/>
          </a:xfrm>
        </p:grpSpPr>
        <p:sp>
          <p:nvSpPr>
            <p:cNvPr id="16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64" name="모서리가 둥근 직사각형 163"/>
          <p:cNvSpPr/>
          <p:nvPr/>
        </p:nvSpPr>
        <p:spPr>
          <a:xfrm>
            <a:off x="1426470" y="5748597"/>
            <a:ext cx="85170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이용메뉴지정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1" name="모서리가 둥근 직사각형 200"/>
          <p:cNvSpPr/>
          <p:nvPr/>
        </p:nvSpPr>
        <p:spPr>
          <a:xfrm>
            <a:off x="2334107" y="5755291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일반계좌지정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1" name="모서리가 둥근 직사각형 210"/>
          <p:cNvSpPr/>
          <p:nvPr/>
        </p:nvSpPr>
        <p:spPr>
          <a:xfrm>
            <a:off x="3408446" y="5746058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입금계좌지정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2" name="모서리가 둥근 직사각형 211"/>
          <p:cNvSpPr/>
          <p:nvPr/>
        </p:nvSpPr>
        <p:spPr>
          <a:xfrm>
            <a:off x="4482785" y="5754397"/>
            <a:ext cx="114501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카드사업장지정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6667581" y="5761621"/>
            <a:ext cx="1039271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업무가능시간설정</a:t>
            </a:r>
          </a:p>
        </p:txBody>
      </p:sp>
      <p:sp>
        <p:nvSpPr>
          <p:cNvPr id="214" name="모서리가 둥근 직사각형 213"/>
          <p:cNvSpPr/>
          <p:nvPr/>
        </p:nvSpPr>
        <p:spPr>
          <a:xfrm>
            <a:off x="5683738" y="5765364"/>
            <a:ext cx="92790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사용자권한복사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296198" y="5748597"/>
            <a:ext cx="1075346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기업통합관리목록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296198" y="6024707"/>
            <a:ext cx="981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통합 관리 신청 </a:t>
            </a:r>
            <a:endParaRPr lang="en-US" altLang="ko-KR" sz="1000" spc="-150" dirty="0" smtClean="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기업만 제공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166518" y="5676014"/>
            <a:ext cx="1204018" cy="381491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96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표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704675"/>
              </p:ext>
            </p:extLst>
          </p:nvPr>
        </p:nvGraphicFramePr>
        <p:xfrm>
          <a:off x="298850" y="2490563"/>
          <a:ext cx="868102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57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1014312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181551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973368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1084385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1354015">
                  <a:extLst>
                    <a:ext uri="{9D8B030D-6E8A-4147-A177-3AD203B41FA5}">
                      <a16:colId xmlns:a16="http://schemas.microsoft.com/office/drawing/2014/main" val="1764096380"/>
                    </a:ext>
                  </a:extLst>
                </a:gridCol>
                <a:gridCol w="1400908">
                  <a:extLst>
                    <a:ext uri="{9D8B030D-6E8A-4147-A177-3AD203B41FA5}">
                      <a16:colId xmlns:a16="http://schemas.microsoft.com/office/drawing/2014/main" val="173826525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</a:tblGrid>
              <a:tr h="1524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                 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사용자명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직장전화번호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/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기안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결재제한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보안매체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일련번호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업무가능일시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사용자권한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부서</a:t>
                      </a:r>
                      <a:endParaRPr lang="ko-KR" altLang="en-US" sz="700" b="1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내선번호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모바일뱅킹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회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7075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사용자상태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휴대전화번호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자주쓰는입금계좌공유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간편인증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원화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일 </a:t>
                      </a:r>
                      <a:r>
                        <a:rPr lang="ko-KR" altLang="en-US" sz="700" b="1" dirty="0" err="1" smtClean="0">
                          <a:solidFill>
                            <a:schemeClr val="bg1"/>
                          </a:solidFill>
                        </a:rPr>
                        <a:t>이체한도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700" b="1" dirty="0" smtClean="0">
                          <a:solidFill>
                            <a:schemeClr val="bg1"/>
                          </a:solidFill>
                        </a:rPr>
                        <a:t>외화</a:t>
                      </a:r>
                      <a:r>
                        <a:rPr lang="en-US" altLang="ko-KR" sz="7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758959"/>
                  </a:ext>
                </a:extLst>
              </a:tr>
              <a:tr h="186986"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김부산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단독결재불가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1869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관리자권한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CEO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100,000.00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201815"/>
                  </a:ext>
                </a:extLst>
              </a:tr>
              <a:tr h="1283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         정상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대표이사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500,000,000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USD 500,000.00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72199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PBSBANK001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김경남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단독결재불가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517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관리자권한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미래전략기획부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518"/>
                  </a:ext>
                </a:extLst>
              </a:tr>
              <a:tr h="141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전무이사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31024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김양산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보안카드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(123456789)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916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사용자권한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경영지원본부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7756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정상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9789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○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PBSBANK003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김진주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00:00 ~ 24:00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71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사용자권한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경영지원본부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870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일시정지         ▼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부장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간편인증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R="36000"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25974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809715"/>
              </p:ext>
            </p:extLst>
          </p:nvPr>
        </p:nvGraphicFramePr>
        <p:xfrm>
          <a:off x="9822663" y="540019"/>
          <a:ext cx="2195166" cy="38253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업무권한설정화면으로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사용자를 기본값을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이전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설정값을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표시함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993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일반계좌권한설정화면으로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사용자를 기본값을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이전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설정값을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표시함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2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입금계좌권한설정화면으로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사용자를 기본값을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이전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설정값을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표시함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982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카드사업장권한설정화면으로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사용자를 기본값을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이전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설정값을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표시함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380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권한 복사 팝업 호출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사용자를 기본값을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이전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설정값을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업무가능시간설정 팝업 호출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사용자를 기본값을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이전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설정값을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기업통합관리목록 화면으로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개인사업통합관리대상자일</a:t>
                      </a:r>
                      <a:r>
                        <a:rPr lang="ko-KR" altLang="en-US" sz="700" b="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경우에만 버튼 표시</a:t>
                      </a:r>
                      <a:endParaRPr lang="en-US" altLang="ko-KR" sz="700" b="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“8-1”, “8-2”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대한 정보를 일괄 저장한다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전자서명을 통해 변경 처리함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12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사용자정보를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재조회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수정중이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항목이 있을 경우 안내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후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재조회한다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794836"/>
                  </a:ext>
                </a:extLst>
              </a:tr>
            </a:tbl>
          </a:graphicData>
        </a:graphic>
      </p:graphicFrame>
      <p:grpSp>
        <p:nvGrpSpPr>
          <p:cNvPr id="190" name="그룹 189"/>
          <p:cNvGrpSpPr/>
          <p:nvPr/>
        </p:nvGrpSpPr>
        <p:grpSpPr>
          <a:xfrm>
            <a:off x="298850" y="2208197"/>
            <a:ext cx="1767513" cy="194762"/>
            <a:chOff x="5087887" y="864761"/>
            <a:chExt cx="1767513" cy="194762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ID,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이름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부서로 검색해주세요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7121676" y="2328561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 smtClean="0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298850" y="1960593"/>
            <a:ext cx="701474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7447086" y="6382949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7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708787" y="6047160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98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798927" y="6044307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/>
                </a:solidFill>
              </a:rPr>
              <a:t>재조회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676415" y="3712355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1682276" y="3108616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>
          <a:xfrm>
            <a:off x="1684306" y="3319631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>
            <a:off x="1684306" y="3510300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1682276" y="4300596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/>
          <p:cNvSpPr/>
          <p:nvPr/>
        </p:nvSpPr>
        <p:spPr>
          <a:xfrm>
            <a:off x="1684306" y="4511611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1684306" y="4702280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1682276" y="4892611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1684306" y="5103626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/>
          <p:cNvSpPr/>
          <p:nvPr/>
        </p:nvSpPr>
        <p:spPr>
          <a:xfrm>
            <a:off x="1684306" y="5294295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1684306" y="3915284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직사각형 110"/>
          <p:cNvSpPr/>
          <p:nvPr/>
        </p:nvSpPr>
        <p:spPr>
          <a:xfrm>
            <a:off x="1684306" y="4105953"/>
            <a:ext cx="1056864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직사각형 192"/>
          <p:cNvSpPr/>
          <p:nvPr/>
        </p:nvSpPr>
        <p:spPr>
          <a:xfrm>
            <a:off x="650635" y="3912522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직사각형 193"/>
          <p:cNvSpPr/>
          <p:nvPr/>
        </p:nvSpPr>
        <p:spPr>
          <a:xfrm>
            <a:off x="650635" y="4105953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직사각형 195"/>
          <p:cNvSpPr/>
          <p:nvPr/>
        </p:nvSpPr>
        <p:spPr>
          <a:xfrm>
            <a:off x="650635" y="4508849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직사각형 206"/>
          <p:cNvSpPr/>
          <p:nvPr/>
        </p:nvSpPr>
        <p:spPr>
          <a:xfrm>
            <a:off x="650635" y="4702280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직사각형 207"/>
          <p:cNvSpPr/>
          <p:nvPr/>
        </p:nvSpPr>
        <p:spPr>
          <a:xfrm>
            <a:off x="650635" y="5089506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/>
          <p:cNvSpPr/>
          <p:nvPr/>
        </p:nvSpPr>
        <p:spPr>
          <a:xfrm>
            <a:off x="650635" y="5282937"/>
            <a:ext cx="93784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직사각형 263"/>
          <p:cNvSpPr/>
          <p:nvPr/>
        </p:nvSpPr>
        <p:spPr>
          <a:xfrm>
            <a:off x="3878182" y="3108616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3878182" y="3703625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3878182" y="4296138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3878182" y="4889955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770121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6" name="직사각형 275"/>
          <p:cNvSpPr/>
          <p:nvPr/>
        </p:nvSpPr>
        <p:spPr>
          <a:xfrm>
            <a:off x="3878182" y="4116132"/>
            <a:ext cx="940180" cy="1290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공유안함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7" name="직사각형 276"/>
          <p:cNvSpPr/>
          <p:nvPr/>
        </p:nvSpPr>
        <p:spPr>
          <a:xfrm>
            <a:off x="3878182" y="4709949"/>
            <a:ext cx="940180" cy="1290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공유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8" name="직사각형 277"/>
          <p:cNvSpPr/>
          <p:nvPr/>
        </p:nvSpPr>
        <p:spPr>
          <a:xfrm>
            <a:off x="3878182" y="5303981"/>
            <a:ext cx="940180" cy="1290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공유안함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5122673" y="4882758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단독결재불가</a:t>
            </a:r>
            <a:r>
              <a:rPr lang="en-US" altLang="ko-KR" sz="700" dirty="0" smtClean="0">
                <a:solidFill>
                  <a:schemeClr val="tx1"/>
                </a:solidFill>
              </a:rPr>
              <a:t>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5120834" y="4300147"/>
            <a:ext cx="940180" cy="1429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err="1" smtClean="0">
                <a:solidFill>
                  <a:schemeClr val="tx1"/>
                </a:solidFill>
              </a:rPr>
              <a:t>제한없음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307739" y="5480638"/>
            <a:ext cx="5691498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직사각형 291"/>
          <p:cNvSpPr/>
          <p:nvPr/>
        </p:nvSpPr>
        <p:spPr>
          <a:xfrm>
            <a:off x="8981629" y="3102172"/>
            <a:ext cx="62444" cy="1740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6" name="직사각형 355"/>
          <p:cNvSpPr/>
          <p:nvPr/>
        </p:nvSpPr>
        <p:spPr>
          <a:xfrm>
            <a:off x="3878182" y="3515436"/>
            <a:ext cx="940180" cy="1290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공유</a:t>
            </a:r>
            <a:r>
              <a:rPr lang="en-US" altLang="ko-KR" sz="700" dirty="0" smtClean="0">
                <a:solidFill>
                  <a:schemeClr val="tx1"/>
                </a:solidFill>
              </a:rPr>
              <a:t>                  </a:t>
            </a:r>
            <a:r>
              <a:rPr lang="ko-KR" altLang="en-US" sz="700" dirty="0" smtClean="0">
                <a:solidFill>
                  <a:schemeClr val="tx1"/>
                </a:solidFill>
              </a:rPr>
              <a:t>▼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2878361" y="3108616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2878360" y="3319631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2878360" y="3510992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2877225" y="3707488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2877224" y="3918503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2877224" y="4109864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2877224" y="4306360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2877223" y="4517375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2877223" y="4708736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2884245" y="4893895"/>
            <a:ext cx="878886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051-1234-1234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2884244" y="5104910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2884244" y="5296271"/>
            <a:ext cx="878887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010-1234-1234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3878182" y="3311643"/>
            <a:ext cx="91682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298850" y="781332"/>
            <a:ext cx="61010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상호점검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3878182" y="3906652"/>
            <a:ext cx="91682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878182" y="4501234"/>
            <a:ext cx="91682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3878182" y="5096243"/>
            <a:ext cx="916821" cy="14085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geenya@naver.com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graphicFrame>
        <p:nvGraphicFramePr>
          <p:cNvPr id="126" name="표 125"/>
          <p:cNvGraphicFramePr>
            <a:graphicFrameLocks noGrp="1"/>
          </p:cNvGraphicFramePr>
          <p:nvPr>
            <p:extLst/>
          </p:nvPr>
        </p:nvGraphicFramePr>
        <p:xfrm>
          <a:off x="303927" y="1098501"/>
          <a:ext cx="7821726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상호점검사용여부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상호점검대상자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3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577798" y="1453907"/>
            <a:ext cx="1734481" cy="24154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smtClean="0">
                <a:solidFill>
                  <a:schemeClr val="bg1">
                    <a:lumMod val="65000"/>
                  </a:schemeClr>
                </a:solidFill>
              </a:rPr>
              <a:t>김경남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(PBSBANK001</a:t>
            </a:r>
            <a:r>
              <a:rPr lang="en-US" altLang="ko-KR" sz="900" dirty="0" smtClean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526515" y="1154679"/>
            <a:ext cx="888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사용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2415291" y="1155880"/>
            <a:ext cx="82927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상호점검설정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582791" y="5986565"/>
            <a:ext cx="251992" cy="230832"/>
            <a:chOff x="4867678" y="3090156"/>
            <a:chExt cx="251992" cy="230832"/>
          </a:xfrm>
        </p:grpSpPr>
        <p:sp>
          <p:nvSpPr>
            <p:cNvPr id="14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771036" y="5986565"/>
            <a:ext cx="251992" cy="230832"/>
            <a:chOff x="4867678" y="3090156"/>
            <a:chExt cx="251992" cy="230832"/>
          </a:xfrm>
        </p:grpSpPr>
        <p:sp>
          <p:nvSpPr>
            <p:cNvPr id="15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6" name="직사각형 155"/>
          <p:cNvSpPr/>
          <p:nvPr/>
        </p:nvSpPr>
        <p:spPr>
          <a:xfrm>
            <a:off x="1587433" y="3059719"/>
            <a:ext cx="3342121" cy="2444262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94094" y="2897284"/>
            <a:ext cx="367408" cy="230832"/>
            <a:chOff x="4809970" y="3090156"/>
            <a:chExt cx="367408" cy="230832"/>
          </a:xfrm>
        </p:grpSpPr>
        <p:sp>
          <p:nvSpPr>
            <p:cNvPr id="16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00" name="직사각형 199"/>
          <p:cNvSpPr/>
          <p:nvPr/>
        </p:nvSpPr>
        <p:spPr>
          <a:xfrm>
            <a:off x="7625565" y="3685977"/>
            <a:ext cx="1518436" cy="170911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460953" y="3550654"/>
            <a:ext cx="367408" cy="230832"/>
            <a:chOff x="4809970" y="3090156"/>
            <a:chExt cx="367408" cy="230832"/>
          </a:xfrm>
        </p:grpSpPr>
        <p:sp>
          <p:nvSpPr>
            <p:cNvPr id="20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2023-03-07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상호점검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기능 수정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항목 위치 변경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전자서명으로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변경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모바일뱅킹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미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가입 사용자는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모바일뱅킹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＂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가입버튼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제공하고 버튼 클릭 시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alert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창 호출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247377" y="778724"/>
            <a:ext cx="8175654" cy="1061799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6997632" y="1840524"/>
            <a:ext cx="1447832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ko-KR" altLang="en-US" sz="700" smtClean="0">
                <a:solidFill>
                  <a:schemeClr val="bg1"/>
                </a:solidFill>
                <a:latin typeface="+mn-ea"/>
              </a:rPr>
              <a:t>마스터와 서브 마스터에만 표시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9826175" y="6129346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보안매체</a:t>
            </a:r>
            <a:r>
              <a:rPr lang="en-US" altLang="ko-KR" sz="1400" dirty="0" smtClean="0"/>
              <a:t>+</a:t>
            </a:r>
            <a:r>
              <a:rPr lang="ko-KR" altLang="en-US" sz="1400" dirty="0" smtClean="0"/>
              <a:t>전자서명</a:t>
            </a:r>
            <a:endParaRPr lang="ko-KR" altLang="en-US" sz="1400" dirty="0"/>
          </a:p>
        </p:txBody>
      </p:sp>
      <p:sp>
        <p:nvSpPr>
          <p:cNvPr id="165" name="TextBox 164"/>
          <p:cNvSpPr txBox="1"/>
          <p:nvPr/>
        </p:nvSpPr>
        <p:spPr>
          <a:xfrm>
            <a:off x="9814670" y="5946007"/>
            <a:ext cx="1252711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spc="-150" dirty="0" err="1" smtClean="0">
                <a:solidFill>
                  <a:srgbClr val="FF0000"/>
                </a:solidFill>
                <a:ea typeface="맑은 고딕"/>
              </a:rPr>
              <a:t>기획추가</a:t>
            </a:r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 </a:t>
            </a:r>
            <a:r>
              <a:rPr lang="en-US" altLang="ko-KR" sz="1000" spc="-150" dirty="0" smtClean="0">
                <a:solidFill>
                  <a:srgbClr val="FF0000"/>
                </a:solidFill>
                <a:ea typeface="맑은 고딕"/>
              </a:rPr>
              <a:t>2023-03-07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655011" y="5830591"/>
            <a:ext cx="319318" cy="230832"/>
            <a:chOff x="4834015" y="3090156"/>
            <a:chExt cx="319318" cy="230832"/>
          </a:xfrm>
        </p:grpSpPr>
        <p:sp>
          <p:nvSpPr>
            <p:cNvPr id="17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06" name="그룹 205"/>
          <p:cNvGrpSpPr/>
          <p:nvPr/>
        </p:nvGrpSpPr>
        <p:grpSpPr>
          <a:xfrm>
            <a:off x="151200" y="627522"/>
            <a:ext cx="9190080" cy="255343"/>
            <a:chOff x="2638132" y="2022105"/>
            <a:chExt cx="3455988" cy="255343"/>
          </a:xfrm>
        </p:grpSpPr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212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13" name="직사각형 212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211" name="TextBox 210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sp>
        <p:nvSpPr>
          <p:cNvPr id="215" name="모서리가 둥근 직사각형 214"/>
          <p:cNvSpPr/>
          <p:nvPr/>
        </p:nvSpPr>
        <p:spPr>
          <a:xfrm>
            <a:off x="1418439" y="5654771"/>
            <a:ext cx="851703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이용메뉴지정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6" name="모서리가 둥근 직사각형 215"/>
          <p:cNvSpPr/>
          <p:nvPr/>
        </p:nvSpPr>
        <p:spPr>
          <a:xfrm>
            <a:off x="2326076" y="5661465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일반계좌지정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7" name="모서리가 둥근 직사각형 216"/>
          <p:cNvSpPr/>
          <p:nvPr/>
        </p:nvSpPr>
        <p:spPr>
          <a:xfrm>
            <a:off x="3400415" y="5652232"/>
            <a:ext cx="1018405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입금계좌지정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4474754" y="5660571"/>
            <a:ext cx="114501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카드사업장지정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9" name="모서리가 둥근 직사각형 218"/>
          <p:cNvSpPr/>
          <p:nvPr/>
        </p:nvSpPr>
        <p:spPr>
          <a:xfrm>
            <a:off x="6659550" y="5667795"/>
            <a:ext cx="1039271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업무가능시간설정</a:t>
            </a:r>
          </a:p>
        </p:txBody>
      </p:sp>
      <p:sp>
        <p:nvSpPr>
          <p:cNvPr id="220" name="모서리가 둥근 직사각형 219"/>
          <p:cNvSpPr/>
          <p:nvPr/>
        </p:nvSpPr>
        <p:spPr>
          <a:xfrm>
            <a:off x="5675707" y="5671538"/>
            <a:ext cx="92790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사용자권한복사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21" name="모서리가 둥근 직사각형 220"/>
          <p:cNvSpPr/>
          <p:nvPr/>
        </p:nvSpPr>
        <p:spPr>
          <a:xfrm>
            <a:off x="288167" y="5654771"/>
            <a:ext cx="1075346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기업통합관리목록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22" name="직사각형 221"/>
          <p:cNvSpPr/>
          <p:nvPr/>
        </p:nvSpPr>
        <p:spPr>
          <a:xfrm>
            <a:off x="187714" y="5549625"/>
            <a:ext cx="1204018" cy="381491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288167" y="5930881"/>
            <a:ext cx="981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통합 관리 신청 </a:t>
            </a:r>
            <a:endParaRPr lang="en-US" altLang="ko-KR" sz="1000" spc="-150" dirty="0" smtClean="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1000" spc="-150" dirty="0" smtClean="0">
                <a:solidFill>
                  <a:srgbClr val="FF0000"/>
                </a:solidFill>
                <a:ea typeface="맑은 고딕"/>
              </a:rPr>
              <a:t>기업만 제공</a:t>
            </a:r>
            <a:endParaRPr lang="ko-KR" altLang="en-US" sz="1000" spc="-150" dirty="0">
              <a:solidFill>
                <a:srgbClr val="FF0000"/>
              </a:solidFill>
              <a:ea typeface="맑은 고딕"/>
            </a:endParaRPr>
          </a:p>
        </p:txBody>
      </p: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18229" y="5516087"/>
            <a:ext cx="251992" cy="230832"/>
            <a:chOff x="4867678" y="3090156"/>
            <a:chExt cx="251992" cy="230832"/>
          </a:xfrm>
        </p:grpSpPr>
        <p:sp>
          <p:nvSpPr>
            <p:cNvPr id="22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311798" y="5539355"/>
            <a:ext cx="251992" cy="230832"/>
            <a:chOff x="4867678" y="3090156"/>
            <a:chExt cx="251992" cy="230832"/>
          </a:xfrm>
        </p:grpSpPr>
        <p:sp>
          <p:nvSpPr>
            <p:cNvPr id="22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357404" y="5546049"/>
            <a:ext cx="251992" cy="230832"/>
            <a:chOff x="4867678" y="3090156"/>
            <a:chExt cx="251992" cy="230832"/>
          </a:xfrm>
        </p:grpSpPr>
        <p:sp>
          <p:nvSpPr>
            <p:cNvPr id="23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3" name="그룹 23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401349" y="5539355"/>
            <a:ext cx="251992" cy="230832"/>
            <a:chOff x="4867678" y="3090156"/>
            <a:chExt cx="251992" cy="230832"/>
          </a:xfrm>
        </p:grpSpPr>
        <p:sp>
          <p:nvSpPr>
            <p:cNvPr id="23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641435" y="5549814"/>
            <a:ext cx="251992" cy="230832"/>
            <a:chOff x="4867678" y="3090156"/>
            <a:chExt cx="251992" cy="230832"/>
          </a:xfrm>
        </p:grpSpPr>
        <p:sp>
          <p:nvSpPr>
            <p:cNvPr id="23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619088" y="5543577"/>
            <a:ext cx="251992" cy="230832"/>
            <a:chOff x="4867678" y="3090156"/>
            <a:chExt cx="251992" cy="230832"/>
          </a:xfrm>
        </p:grpSpPr>
        <p:sp>
          <p:nvSpPr>
            <p:cNvPr id="24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53829" y="5572999"/>
            <a:ext cx="251992" cy="230832"/>
            <a:chOff x="4867678" y="3090156"/>
            <a:chExt cx="251992" cy="230832"/>
          </a:xfrm>
        </p:grpSpPr>
        <p:sp>
          <p:nvSpPr>
            <p:cNvPr id="24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59" name="직사각형 258"/>
          <p:cNvSpPr/>
          <p:nvPr/>
        </p:nvSpPr>
        <p:spPr>
          <a:xfrm>
            <a:off x="6366553" y="3901305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7672209" y="3901305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6366553" y="4100456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2" name="직사각형 261"/>
          <p:cNvSpPr/>
          <p:nvPr/>
        </p:nvSpPr>
        <p:spPr>
          <a:xfrm>
            <a:off x="7672209" y="4100456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6366553" y="4501933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5" name="직사각형 264"/>
          <p:cNvSpPr/>
          <p:nvPr/>
        </p:nvSpPr>
        <p:spPr>
          <a:xfrm>
            <a:off x="7672209" y="4501933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6" name="직사각형 265"/>
          <p:cNvSpPr/>
          <p:nvPr/>
        </p:nvSpPr>
        <p:spPr>
          <a:xfrm>
            <a:off x="6366553" y="4701084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7672209" y="4701084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6374781" y="5102128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 dirty="0" smtClean="0">
                <a:solidFill>
                  <a:schemeClr val="tx1"/>
                </a:solidFill>
              </a:rPr>
              <a:t>100,000,000 </a:t>
            </a:r>
            <a:r>
              <a:rPr lang="ko-KR" altLang="en-US" sz="700" dirty="0" smtClean="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2" name="직사각형 271"/>
          <p:cNvSpPr/>
          <p:nvPr/>
        </p:nvSpPr>
        <p:spPr>
          <a:xfrm>
            <a:off x="7680437" y="5102128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6374781" y="5301279"/>
            <a:ext cx="1222845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</a:rPr>
              <a:t>100,000,000 </a:t>
            </a:r>
            <a:r>
              <a:rPr lang="ko-KR" altLang="en-US" sz="700">
                <a:solidFill>
                  <a:schemeClr val="tx1"/>
                </a:solidFill>
              </a:rPr>
              <a:t>원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7680437" y="5301279"/>
            <a:ext cx="1201264" cy="1408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700">
                <a:solidFill>
                  <a:schemeClr val="tx1"/>
                </a:solidFill>
                <a:latin typeface="+mn-ea"/>
              </a:rPr>
              <a:t>USD 100,000.00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674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사용자권한복사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/>
          </p:nvPr>
        </p:nvGraphicFramePr>
        <p:xfrm>
          <a:off x="9822663" y="540019"/>
          <a:ext cx="2195166" cy="4237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모든 업체의 사용자 목록을 조회하여 표시한다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선택이 되어있지 않은 상태로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권한을 복사할 사용자명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표시하고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ID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06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복사할 사용자를 검색한다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83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사용자의 권한 중 복사할 권한을 선택한다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모든 권한 체크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선택하지 않은 권한은 본인의 권한을 유지한다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하나의 권한에는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한명만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선택할 수 있도록 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버튼이지만 각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한건도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하지 않을 수도 있음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선택했다가 해제도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가능해야함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각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권한별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한사용자만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선택이지만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체크박스처럼 해제도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가능해야함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.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“3”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선택된 권한을 복사하기 위해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창을 호출하고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전자서명을 통한 복사를 처리하고 팝업을 닫는다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권한복사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팝업을 닫는다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102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641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카드사업장권한외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업체권한은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선택된 사용자들의 업체의 합집합으로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624379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392562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781106" y="689994"/>
            <a:ext cx="6656120" cy="5922672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856375" y="799366"/>
            <a:ext cx="13163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사용자 </a:t>
            </a:r>
            <a:r>
              <a:rPr lang="ko-KR" altLang="en-US" sz="1200" b="1" kern="0" dirty="0" err="1" smtClean="0">
                <a:latin typeface="+mn-ea"/>
              </a:rPr>
              <a:t>권한복사</a:t>
            </a:r>
            <a:endParaRPr lang="ko-KR" altLang="en-US" sz="1200" b="1" dirty="0">
              <a:latin typeface="+mn-ea"/>
            </a:endParaRP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/>
          </p:nvPr>
        </p:nvGraphicFramePr>
        <p:xfrm>
          <a:off x="1034303" y="2451238"/>
          <a:ext cx="6258500" cy="239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36">
                  <a:extLst>
                    <a:ext uri="{9D8B030D-6E8A-4147-A177-3AD203B41FA5}">
                      <a16:colId xmlns:a16="http://schemas.microsoft.com/office/drawing/2014/main" val="2824362203"/>
                    </a:ext>
                  </a:extLst>
                </a:gridCol>
                <a:gridCol w="777982">
                  <a:extLst>
                    <a:ext uri="{9D8B030D-6E8A-4147-A177-3AD203B41FA5}">
                      <a16:colId xmlns:a16="http://schemas.microsoft.com/office/drawing/2014/main" val="1875575540"/>
                    </a:ext>
                  </a:extLst>
                </a:gridCol>
                <a:gridCol w="824939">
                  <a:extLst>
                    <a:ext uri="{9D8B030D-6E8A-4147-A177-3AD203B41FA5}">
                      <a16:colId xmlns:a16="http://schemas.microsoft.com/office/drawing/2014/main" val="3529541872"/>
                    </a:ext>
                  </a:extLst>
                </a:gridCol>
                <a:gridCol w="778548">
                  <a:extLst>
                    <a:ext uri="{9D8B030D-6E8A-4147-A177-3AD203B41FA5}">
                      <a16:colId xmlns:a16="http://schemas.microsoft.com/office/drawing/2014/main" val="221733858"/>
                    </a:ext>
                  </a:extLst>
                </a:gridCol>
                <a:gridCol w="828993">
                  <a:extLst>
                    <a:ext uri="{9D8B030D-6E8A-4147-A177-3AD203B41FA5}">
                      <a16:colId xmlns:a16="http://schemas.microsoft.com/office/drawing/2014/main" val="4221644846"/>
                    </a:ext>
                  </a:extLst>
                </a:gridCol>
                <a:gridCol w="886648">
                  <a:extLst>
                    <a:ext uri="{9D8B030D-6E8A-4147-A177-3AD203B41FA5}">
                      <a16:colId xmlns:a16="http://schemas.microsoft.com/office/drawing/2014/main" val="2808088250"/>
                    </a:ext>
                  </a:extLst>
                </a:gridCol>
                <a:gridCol w="899654">
                  <a:extLst>
                    <a:ext uri="{9D8B030D-6E8A-4147-A177-3AD203B41FA5}">
                      <a16:colId xmlns:a16="http://schemas.microsoft.com/office/drawing/2014/main" val="241599529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사용자명</a:t>
                      </a:r>
                      <a:r>
                        <a:rPr lang="en-US" altLang="ko-KR" sz="800" dirty="0" smtClean="0"/>
                        <a:t>(ID)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사용자타입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업무권한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일반계좌권한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입금계좌권한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카드권한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906792"/>
                  </a:ext>
                </a:extLst>
              </a:tr>
              <a:tr h="23694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김부산</a:t>
                      </a:r>
                      <a:r>
                        <a:rPr lang="en-US" altLang="ko-KR" sz="700" dirty="0" smtClean="0"/>
                        <a:t>(PBSBANK)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관리자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디지털전략부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407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김울산</a:t>
                      </a:r>
                      <a:r>
                        <a:rPr lang="en-US" altLang="ko-KR" sz="700" dirty="0" smtClean="0"/>
                        <a:t>(PBSBANK001)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부관리자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6184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PBSBANK002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4369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PBSBANK003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28646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PBSBANK004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26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김거제</a:t>
                      </a:r>
                      <a:r>
                        <a:rPr lang="en-US" altLang="ko-KR" sz="700" dirty="0" smtClean="0"/>
                        <a:t>(PBSBANK005)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69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김통영</a:t>
                      </a:r>
                      <a:r>
                        <a:rPr lang="en-US" altLang="ko-KR" sz="700" dirty="0" smtClean="0"/>
                        <a:t>(PBSBANK006)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908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김마산</a:t>
                      </a:r>
                      <a:r>
                        <a:rPr lang="en-US" altLang="ko-KR" sz="700" dirty="0" smtClean="0"/>
                        <a:t>(PBSBANK007)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1359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김창원</a:t>
                      </a:r>
                      <a:r>
                        <a:rPr lang="en-US" altLang="ko-KR" sz="700" dirty="0" smtClean="0"/>
                        <a:t>(PBSBANK008)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563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김안동</a:t>
                      </a:r>
                      <a:r>
                        <a:rPr lang="en-US" altLang="ko-KR" sz="700" dirty="0" smtClean="0"/>
                        <a:t>(PBSBANK009)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564108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7267404" y="2653327"/>
            <a:ext cx="45719" cy="1971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Freeform 11"/>
          <p:cNvSpPr>
            <a:spLocks noChangeArrowheads="1"/>
          </p:cNvSpPr>
          <p:nvPr/>
        </p:nvSpPr>
        <p:spPr bwMode="auto">
          <a:xfrm>
            <a:off x="7159750" y="865865"/>
            <a:ext cx="147562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3" name="그룹 112"/>
          <p:cNvGrpSpPr/>
          <p:nvPr/>
        </p:nvGrpSpPr>
        <p:grpSpPr>
          <a:xfrm>
            <a:off x="5499469" y="2193406"/>
            <a:ext cx="1767513" cy="194762"/>
            <a:chOff x="5087887" y="864761"/>
            <a:chExt cx="1767513" cy="194762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ID,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이름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부서로 검색해주세요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2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2841449" y="6167208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3931589" y="6164355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취소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3820975" y="2631408"/>
            <a:ext cx="3546979" cy="2353341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/>
          <p:cNvSpPr/>
          <p:nvPr/>
        </p:nvSpPr>
        <p:spPr>
          <a:xfrm>
            <a:off x="1034878" y="4850589"/>
            <a:ext cx="5084568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1034878" y="1421238"/>
          <a:ext cx="6206348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582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1036127" y="1135022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036127" y="2153563"/>
            <a:ext cx="143244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복사 대상 사용자 목록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6" name="타원 145"/>
          <p:cNvSpPr/>
          <p:nvPr/>
        </p:nvSpPr>
        <p:spPr>
          <a:xfrm>
            <a:off x="2468570" y="1478567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</a:t>
            </a:r>
            <a:endParaRPr lang="ko-KR" altLang="en-US" sz="600" b="1" dirty="0"/>
          </a:p>
        </p:txBody>
      </p:sp>
      <p:sp>
        <p:nvSpPr>
          <p:cNvPr id="17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2628401" y="1447795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8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7644657" y="1155089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7644657" y="859239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사용자 변경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7644657" y="1371107"/>
            <a:ext cx="1734481" cy="7601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</a:t>
            </a:r>
          </a:p>
          <a:p>
            <a:r>
              <a:rPr lang="ko-KR" altLang="en-US" sz="900" dirty="0" smtClean="0">
                <a:solidFill>
                  <a:schemeClr val="tx1"/>
                </a:solidFill>
              </a:rPr>
              <a:t>김경남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(PBSBANK002)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김문현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(PBSBANK003)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김거제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(PBSBANK004)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7680352" y="1461519"/>
            <a:ext cx="1661421" cy="151131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타원 197"/>
          <p:cNvSpPr/>
          <p:nvPr/>
        </p:nvSpPr>
        <p:spPr>
          <a:xfrm>
            <a:off x="7512495" y="812085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9" name="타원 198"/>
          <p:cNvSpPr/>
          <p:nvPr/>
        </p:nvSpPr>
        <p:spPr>
          <a:xfrm>
            <a:off x="5390046" y="2086544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</a:t>
            </a:r>
            <a:endParaRPr lang="ko-KR" altLang="en-US" sz="600" b="1" dirty="0"/>
          </a:p>
        </p:txBody>
      </p:sp>
      <p:sp>
        <p:nvSpPr>
          <p:cNvPr id="201" name="타원 200"/>
          <p:cNvSpPr/>
          <p:nvPr/>
        </p:nvSpPr>
        <p:spPr>
          <a:xfrm>
            <a:off x="3751589" y="2559540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</a:t>
            </a:r>
            <a:endParaRPr lang="ko-KR" altLang="en-US" sz="600" b="1" dirty="0"/>
          </a:p>
        </p:txBody>
      </p:sp>
      <p:sp>
        <p:nvSpPr>
          <p:cNvPr id="202" name="타원 201"/>
          <p:cNvSpPr/>
          <p:nvPr/>
        </p:nvSpPr>
        <p:spPr>
          <a:xfrm>
            <a:off x="2835344" y="6080743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</a:t>
            </a:r>
            <a:endParaRPr lang="ko-KR" altLang="en-US" sz="600" b="1" dirty="0"/>
          </a:p>
        </p:txBody>
      </p:sp>
      <p:sp>
        <p:nvSpPr>
          <p:cNvPr id="203" name="타원 202"/>
          <p:cNvSpPr/>
          <p:nvPr/>
        </p:nvSpPr>
        <p:spPr>
          <a:xfrm>
            <a:off x="3938062" y="6074730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5</a:t>
            </a:r>
            <a:endParaRPr lang="ko-KR" altLang="en-US" sz="600" b="1" dirty="0"/>
          </a:p>
        </p:txBody>
      </p:sp>
      <p:sp>
        <p:nvSpPr>
          <p:cNvPr id="204" name="직사각형 203"/>
          <p:cNvSpPr/>
          <p:nvPr/>
        </p:nvSpPr>
        <p:spPr>
          <a:xfrm>
            <a:off x="7680352" y="5194716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보안매체</a:t>
            </a:r>
            <a:r>
              <a:rPr lang="ko-KR" altLang="en-US" dirty="0" smtClean="0"/>
              <a:t> </a:t>
            </a:r>
            <a:r>
              <a:rPr lang="en-US" altLang="ko-KR" dirty="0" smtClean="0"/>
              <a:t>+</a:t>
            </a:r>
          </a:p>
          <a:p>
            <a:pPr algn="ctr"/>
            <a:r>
              <a:rPr lang="ko-KR" altLang="en-US" dirty="0" smtClean="0"/>
              <a:t>전자서명 진행</a:t>
            </a:r>
            <a:endParaRPr lang="ko-KR" altLang="en-US" dirty="0"/>
          </a:p>
        </p:txBody>
      </p:sp>
      <p:sp>
        <p:nvSpPr>
          <p:cNvPr id="205" name="타원 204"/>
          <p:cNvSpPr/>
          <p:nvPr/>
        </p:nvSpPr>
        <p:spPr>
          <a:xfrm>
            <a:off x="7590352" y="5104716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88" name="모서리가 둥근 직사각형 87"/>
          <p:cNvSpPr/>
          <p:nvPr/>
        </p:nvSpPr>
        <p:spPr>
          <a:xfrm>
            <a:off x="7191387" y="2511455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191" name="타원 190"/>
          <p:cNvSpPr/>
          <p:nvPr/>
        </p:nvSpPr>
        <p:spPr>
          <a:xfrm>
            <a:off x="4208197" y="274585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2" name="타원 191"/>
          <p:cNvSpPr/>
          <p:nvPr/>
        </p:nvSpPr>
        <p:spPr>
          <a:xfrm>
            <a:off x="4216845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3" name="타원 192"/>
          <p:cNvSpPr/>
          <p:nvPr/>
        </p:nvSpPr>
        <p:spPr>
          <a:xfrm>
            <a:off x="4216845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4" name="타원 193"/>
          <p:cNvSpPr/>
          <p:nvPr/>
        </p:nvSpPr>
        <p:spPr>
          <a:xfrm>
            <a:off x="4216845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5" name="타원 194"/>
          <p:cNvSpPr/>
          <p:nvPr/>
        </p:nvSpPr>
        <p:spPr>
          <a:xfrm>
            <a:off x="5009492" y="295294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6" name="타원 195"/>
          <p:cNvSpPr/>
          <p:nvPr/>
        </p:nvSpPr>
        <p:spPr>
          <a:xfrm>
            <a:off x="5014015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6" name="타원 205"/>
          <p:cNvSpPr>
            <a:spLocks noChangeAspect="1"/>
          </p:cNvSpPr>
          <p:nvPr/>
        </p:nvSpPr>
        <p:spPr>
          <a:xfrm>
            <a:off x="5043550" y="2988654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7" name="타원 206"/>
          <p:cNvSpPr/>
          <p:nvPr/>
        </p:nvSpPr>
        <p:spPr>
          <a:xfrm>
            <a:off x="5014015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8" name="타원 207"/>
          <p:cNvSpPr/>
          <p:nvPr/>
        </p:nvSpPr>
        <p:spPr>
          <a:xfrm>
            <a:off x="5014015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9" name="타원 208"/>
          <p:cNvSpPr/>
          <p:nvPr/>
        </p:nvSpPr>
        <p:spPr>
          <a:xfrm>
            <a:off x="5014015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0" name="타원 209"/>
          <p:cNvSpPr/>
          <p:nvPr/>
        </p:nvSpPr>
        <p:spPr>
          <a:xfrm>
            <a:off x="5014015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1" name="타원 210"/>
          <p:cNvSpPr/>
          <p:nvPr/>
        </p:nvSpPr>
        <p:spPr>
          <a:xfrm>
            <a:off x="5876784" y="295294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2" name="타원 211"/>
          <p:cNvSpPr/>
          <p:nvPr/>
        </p:nvSpPr>
        <p:spPr>
          <a:xfrm>
            <a:off x="5881307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3" name="타원 212"/>
          <p:cNvSpPr>
            <a:spLocks noChangeAspect="1"/>
          </p:cNvSpPr>
          <p:nvPr/>
        </p:nvSpPr>
        <p:spPr>
          <a:xfrm>
            <a:off x="5910842" y="2988654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4" name="타원 213"/>
          <p:cNvSpPr/>
          <p:nvPr/>
        </p:nvSpPr>
        <p:spPr>
          <a:xfrm>
            <a:off x="5881307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5" name="타원 214"/>
          <p:cNvSpPr/>
          <p:nvPr/>
        </p:nvSpPr>
        <p:spPr>
          <a:xfrm>
            <a:off x="5881307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6" name="타원 215"/>
          <p:cNvSpPr/>
          <p:nvPr/>
        </p:nvSpPr>
        <p:spPr>
          <a:xfrm>
            <a:off x="5881307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7" name="타원 216"/>
          <p:cNvSpPr/>
          <p:nvPr/>
        </p:nvSpPr>
        <p:spPr>
          <a:xfrm>
            <a:off x="5881307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8" name="타원 217"/>
          <p:cNvSpPr/>
          <p:nvPr/>
        </p:nvSpPr>
        <p:spPr>
          <a:xfrm>
            <a:off x="6748191" y="33956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9" name="타원 218"/>
          <p:cNvSpPr>
            <a:spLocks noChangeAspect="1"/>
          </p:cNvSpPr>
          <p:nvPr/>
        </p:nvSpPr>
        <p:spPr>
          <a:xfrm>
            <a:off x="6782249" y="3431369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0" name="타원 219"/>
          <p:cNvSpPr/>
          <p:nvPr/>
        </p:nvSpPr>
        <p:spPr>
          <a:xfrm>
            <a:off x="6748599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1" name="타원 220"/>
          <p:cNvSpPr/>
          <p:nvPr/>
        </p:nvSpPr>
        <p:spPr>
          <a:xfrm>
            <a:off x="6748599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2" name="타원 221"/>
          <p:cNvSpPr/>
          <p:nvPr/>
        </p:nvSpPr>
        <p:spPr>
          <a:xfrm>
            <a:off x="6748599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3" name="타원 222"/>
          <p:cNvSpPr/>
          <p:nvPr/>
        </p:nvSpPr>
        <p:spPr>
          <a:xfrm>
            <a:off x="6748191" y="293339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4" name="타원 223"/>
          <p:cNvSpPr/>
          <p:nvPr/>
        </p:nvSpPr>
        <p:spPr>
          <a:xfrm>
            <a:off x="6748191" y="316305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5" name="타원 224"/>
          <p:cNvSpPr/>
          <p:nvPr/>
        </p:nvSpPr>
        <p:spPr>
          <a:xfrm>
            <a:off x="4216845" y="29392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6" name="타원 225"/>
          <p:cNvSpPr/>
          <p:nvPr/>
        </p:nvSpPr>
        <p:spPr>
          <a:xfrm>
            <a:off x="4210850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7" name="타원 226"/>
          <p:cNvSpPr>
            <a:spLocks noChangeAspect="1"/>
          </p:cNvSpPr>
          <p:nvPr/>
        </p:nvSpPr>
        <p:spPr>
          <a:xfrm>
            <a:off x="4244908" y="3643409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8" name="타원 227"/>
          <p:cNvSpPr/>
          <p:nvPr/>
        </p:nvSpPr>
        <p:spPr>
          <a:xfrm>
            <a:off x="4222277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9" name="타원 228"/>
          <p:cNvSpPr/>
          <p:nvPr/>
        </p:nvSpPr>
        <p:spPr>
          <a:xfrm>
            <a:off x="5019447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0" name="타원 229"/>
          <p:cNvSpPr/>
          <p:nvPr/>
        </p:nvSpPr>
        <p:spPr>
          <a:xfrm>
            <a:off x="5886739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1" name="타원 230"/>
          <p:cNvSpPr/>
          <p:nvPr/>
        </p:nvSpPr>
        <p:spPr>
          <a:xfrm>
            <a:off x="6754031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2" name="타원 231"/>
          <p:cNvSpPr/>
          <p:nvPr/>
        </p:nvSpPr>
        <p:spPr>
          <a:xfrm>
            <a:off x="4225866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3" name="타원 232"/>
          <p:cNvSpPr/>
          <p:nvPr/>
        </p:nvSpPr>
        <p:spPr>
          <a:xfrm>
            <a:off x="5023036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4" name="타원 233"/>
          <p:cNvSpPr/>
          <p:nvPr/>
        </p:nvSpPr>
        <p:spPr>
          <a:xfrm>
            <a:off x="5890328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5" name="타원 234"/>
          <p:cNvSpPr/>
          <p:nvPr/>
        </p:nvSpPr>
        <p:spPr>
          <a:xfrm>
            <a:off x="6757620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6" name="타원 235"/>
          <p:cNvSpPr/>
          <p:nvPr/>
        </p:nvSpPr>
        <p:spPr>
          <a:xfrm>
            <a:off x="4231298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7" name="타원 236"/>
          <p:cNvSpPr/>
          <p:nvPr/>
        </p:nvSpPr>
        <p:spPr>
          <a:xfrm>
            <a:off x="5028468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8" name="타원 237"/>
          <p:cNvSpPr/>
          <p:nvPr/>
        </p:nvSpPr>
        <p:spPr>
          <a:xfrm>
            <a:off x="5895760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9" name="타원 238"/>
          <p:cNvSpPr/>
          <p:nvPr/>
        </p:nvSpPr>
        <p:spPr>
          <a:xfrm>
            <a:off x="6763052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0" name="타원 239"/>
          <p:cNvSpPr/>
          <p:nvPr/>
        </p:nvSpPr>
        <p:spPr>
          <a:xfrm>
            <a:off x="4237119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1" name="타원 240"/>
          <p:cNvSpPr/>
          <p:nvPr/>
        </p:nvSpPr>
        <p:spPr>
          <a:xfrm>
            <a:off x="5034289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2" name="타원 241"/>
          <p:cNvSpPr/>
          <p:nvPr/>
        </p:nvSpPr>
        <p:spPr>
          <a:xfrm>
            <a:off x="5901581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3" name="타원 242"/>
          <p:cNvSpPr/>
          <p:nvPr/>
        </p:nvSpPr>
        <p:spPr>
          <a:xfrm>
            <a:off x="6768873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" name="직사각형 1"/>
          <p:cNvSpPr/>
          <p:nvPr/>
        </p:nvSpPr>
        <p:spPr>
          <a:xfrm>
            <a:off x="4982554" y="3013782"/>
            <a:ext cx="222689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전자서명으로 변경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전자서명으로 변경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2023-03-22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보안매체정보 입력 추가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70073" y="4955114"/>
            <a:ext cx="1492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000" b="1" spc="-150" dirty="0" err="1" smtClean="0">
                <a:solidFill>
                  <a:prstClr val="black"/>
                </a:solidFill>
                <a:ea typeface="맑은 고딕"/>
              </a:rPr>
              <a:t>보안수단</a:t>
            </a:r>
            <a:r>
              <a:rPr lang="en-US" altLang="ko-KR" sz="1000" b="1" spc="-150" dirty="0" smtClean="0">
                <a:solidFill>
                  <a:prstClr val="black"/>
                </a:solidFill>
                <a:ea typeface="맑은 고딕"/>
              </a:rPr>
              <a:t>(OTP) </a:t>
            </a:r>
            <a:r>
              <a:rPr lang="ko-KR" altLang="en-US" sz="1000" b="1" spc="-150" dirty="0" smtClean="0">
                <a:solidFill>
                  <a:prstClr val="black"/>
                </a:solidFill>
                <a:ea typeface="맑은 고딕"/>
              </a:rPr>
              <a:t>정보 입력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83" name="표 82"/>
          <p:cNvGraphicFramePr>
            <a:graphicFrameLocks noGrp="1"/>
          </p:cNvGraphicFramePr>
          <p:nvPr>
            <p:extLst/>
          </p:nvPr>
        </p:nvGraphicFramePr>
        <p:xfrm>
          <a:off x="1143668" y="5299261"/>
          <a:ext cx="4374722" cy="31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02">
                  <a:extLst>
                    <a:ext uri="{9D8B030D-6E8A-4147-A177-3AD203B41FA5}">
                      <a16:colId xmlns:a16="http://schemas.microsoft.com/office/drawing/2014/main" val="2512880847"/>
                    </a:ext>
                  </a:extLst>
                </a:gridCol>
                <a:gridCol w="3071720">
                  <a:extLst>
                    <a:ext uri="{9D8B030D-6E8A-4147-A177-3AD203B41FA5}">
                      <a16:colId xmlns:a16="http://schemas.microsoft.com/office/drawing/2014/main" val="3820425758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OTP </a:t>
                      </a: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83481"/>
                  </a:ext>
                </a:extLst>
              </a:tr>
            </a:tbl>
          </a:graphicData>
        </a:graphic>
      </p:graphicFrame>
      <p:sp>
        <p:nvSpPr>
          <p:cNvPr id="84" name="모서리가 둥근 직사각형 83"/>
          <p:cNvSpPr/>
          <p:nvPr/>
        </p:nvSpPr>
        <p:spPr>
          <a:xfrm>
            <a:off x="2521240" y="5339294"/>
            <a:ext cx="1005760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>
                <a:solidFill>
                  <a:schemeClr val="tx1"/>
                </a:solidFill>
              </a:rPr>
              <a:t>●●●●●</a:t>
            </a:r>
            <a:r>
              <a:rPr lang="ko-KR" altLang="en-US" sz="1000" dirty="0">
                <a:solidFill>
                  <a:schemeClr val="tx1"/>
                </a:solidFill>
              </a:rPr>
              <a:t>●</a:t>
            </a:r>
          </a:p>
        </p:txBody>
      </p:sp>
      <p:pic>
        <p:nvPicPr>
          <p:cNvPr id="85" name="그림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131" y="5332062"/>
            <a:ext cx="209550" cy="276225"/>
          </a:xfrm>
          <a:prstGeom prst="rect">
            <a:avLst/>
          </a:prstGeom>
        </p:spPr>
      </p:pic>
      <p:sp>
        <p:nvSpPr>
          <p:cNvPr id="86" name="직사각형 85"/>
          <p:cNvSpPr/>
          <p:nvPr/>
        </p:nvSpPr>
        <p:spPr>
          <a:xfrm>
            <a:off x="1113514" y="5633561"/>
            <a:ext cx="43877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 </a:t>
            </a:r>
            <a:r>
              <a:rPr lang="ko-KR" altLang="en-US" sz="800" b="1" dirty="0" err="1">
                <a:solidFill>
                  <a:srgbClr val="DC1B76"/>
                </a:solidFill>
                <a:latin typeface="+mn-ea"/>
              </a:rPr>
              <a:t>응답번호</a:t>
            </a:r>
            <a:r>
              <a:rPr lang="ko-KR" altLang="en-US" sz="800" b="1" dirty="0">
                <a:solidFill>
                  <a:srgbClr val="DC1B76"/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rgbClr val="DC1B76"/>
                </a:solidFill>
                <a:latin typeface="+mn-ea"/>
              </a:rPr>
              <a:t>6</a:t>
            </a:r>
            <a:r>
              <a:rPr lang="ko-KR" altLang="en-US" sz="800" b="1" dirty="0">
                <a:solidFill>
                  <a:srgbClr val="DC1B76"/>
                </a:solidFill>
                <a:latin typeface="+mn-ea"/>
              </a:rPr>
              <a:t>자리를 입력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하여 주십시오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</a:t>
            </a:r>
            <a:br>
              <a:rPr lang="en-US" altLang="ko-KR" sz="800" dirty="0">
                <a:solidFill>
                  <a:srgbClr val="666666"/>
                </a:solidFill>
                <a:latin typeface="+mn-ea"/>
              </a:rPr>
            </a:b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 비밀번호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10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회 연속 오류 시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거래일이 달라도 해당됨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) </a:t>
            </a:r>
            <a:r>
              <a:rPr lang="ko-KR" altLang="en-US" sz="800" dirty="0" err="1">
                <a:solidFill>
                  <a:srgbClr val="666666"/>
                </a:solidFill>
                <a:latin typeface="+mn-ea"/>
              </a:rPr>
              <a:t>거래이용이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제한되며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, </a:t>
            </a:r>
            <a:endParaRPr lang="en-US" altLang="ko-KR" sz="800" dirty="0" smtClean="0">
              <a:solidFill>
                <a:srgbClr val="666666"/>
              </a:solidFill>
              <a:latin typeface="+mn-ea"/>
            </a:endParaRPr>
          </a:p>
          <a:p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  </a:t>
            </a:r>
            <a:r>
              <a:rPr lang="ko-KR" altLang="en-US" sz="800" dirty="0" err="1" smtClean="0">
                <a:solidFill>
                  <a:srgbClr val="666666"/>
                </a:solidFill>
                <a:latin typeface="+mn-ea"/>
              </a:rPr>
              <a:t>오류해제를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위하여 실명확인증표 등 관련서류 지참하시어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영업점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방문하셔야 합니다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 </a:t>
            </a:r>
            <a:endParaRPr lang="ko-KR" altLang="en-US" sz="800" dirty="0">
              <a:latin typeface="+mn-ea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1034303" y="5114836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6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311314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사용자권한복사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396255"/>
              </p:ext>
            </p:extLst>
          </p:nvPr>
        </p:nvGraphicFramePr>
        <p:xfrm>
          <a:off x="9822663" y="540019"/>
          <a:ext cx="2195166" cy="1204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 기업의 경우 화면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 기업인 경우 저장 버튼 대신 결재요청버튼을 제공하고 상호점검대상자에게 결재를 요청한다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069401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392562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781106" y="689994"/>
            <a:ext cx="6656120" cy="5922672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856375" y="799366"/>
            <a:ext cx="13163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사용자 </a:t>
            </a:r>
            <a:r>
              <a:rPr lang="ko-KR" altLang="en-US" sz="1200" b="1" kern="0" dirty="0" err="1" smtClean="0">
                <a:latin typeface="+mn-ea"/>
              </a:rPr>
              <a:t>권한복사</a:t>
            </a:r>
            <a:endParaRPr lang="ko-KR" altLang="en-US" sz="1200" b="1" dirty="0">
              <a:latin typeface="+mn-ea"/>
            </a:endParaRP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/>
          </p:nvPr>
        </p:nvGraphicFramePr>
        <p:xfrm>
          <a:off x="1034303" y="2451238"/>
          <a:ext cx="6258500" cy="239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36">
                  <a:extLst>
                    <a:ext uri="{9D8B030D-6E8A-4147-A177-3AD203B41FA5}">
                      <a16:colId xmlns:a16="http://schemas.microsoft.com/office/drawing/2014/main" val="2824362203"/>
                    </a:ext>
                  </a:extLst>
                </a:gridCol>
                <a:gridCol w="777982">
                  <a:extLst>
                    <a:ext uri="{9D8B030D-6E8A-4147-A177-3AD203B41FA5}">
                      <a16:colId xmlns:a16="http://schemas.microsoft.com/office/drawing/2014/main" val="1875575540"/>
                    </a:ext>
                  </a:extLst>
                </a:gridCol>
                <a:gridCol w="824939">
                  <a:extLst>
                    <a:ext uri="{9D8B030D-6E8A-4147-A177-3AD203B41FA5}">
                      <a16:colId xmlns:a16="http://schemas.microsoft.com/office/drawing/2014/main" val="3529541872"/>
                    </a:ext>
                  </a:extLst>
                </a:gridCol>
                <a:gridCol w="778548">
                  <a:extLst>
                    <a:ext uri="{9D8B030D-6E8A-4147-A177-3AD203B41FA5}">
                      <a16:colId xmlns:a16="http://schemas.microsoft.com/office/drawing/2014/main" val="221733858"/>
                    </a:ext>
                  </a:extLst>
                </a:gridCol>
                <a:gridCol w="828993">
                  <a:extLst>
                    <a:ext uri="{9D8B030D-6E8A-4147-A177-3AD203B41FA5}">
                      <a16:colId xmlns:a16="http://schemas.microsoft.com/office/drawing/2014/main" val="4221644846"/>
                    </a:ext>
                  </a:extLst>
                </a:gridCol>
                <a:gridCol w="886648">
                  <a:extLst>
                    <a:ext uri="{9D8B030D-6E8A-4147-A177-3AD203B41FA5}">
                      <a16:colId xmlns:a16="http://schemas.microsoft.com/office/drawing/2014/main" val="2808088250"/>
                    </a:ext>
                  </a:extLst>
                </a:gridCol>
                <a:gridCol w="899654">
                  <a:extLst>
                    <a:ext uri="{9D8B030D-6E8A-4147-A177-3AD203B41FA5}">
                      <a16:colId xmlns:a16="http://schemas.microsoft.com/office/drawing/2014/main" val="241599529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사용자명</a:t>
                      </a:r>
                      <a:r>
                        <a:rPr lang="en-US" altLang="ko-KR" sz="800" dirty="0" smtClean="0"/>
                        <a:t>(ID)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사용자타입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업무권한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일반계좌권한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입금계좌권한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카드권한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906792"/>
                  </a:ext>
                </a:extLst>
              </a:tr>
              <a:tr h="23694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김부산</a:t>
                      </a:r>
                      <a:r>
                        <a:rPr lang="en-US" altLang="ko-KR" sz="700" dirty="0" smtClean="0"/>
                        <a:t>(PBSBANK)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관리자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디지털전략부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407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김울산</a:t>
                      </a:r>
                      <a:r>
                        <a:rPr lang="en-US" altLang="ko-KR" sz="700" dirty="0" smtClean="0"/>
                        <a:t>(PBSBANK001)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부관리자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6184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PBSBANK002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4369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PBSBANK003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28646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PBSBANK004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26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김거제</a:t>
                      </a:r>
                      <a:r>
                        <a:rPr lang="en-US" altLang="ko-KR" sz="700" dirty="0" smtClean="0"/>
                        <a:t>(PBSBANK005)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69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김통영</a:t>
                      </a:r>
                      <a:r>
                        <a:rPr lang="en-US" altLang="ko-KR" sz="700" dirty="0" smtClean="0"/>
                        <a:t>(PBSBANK006)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908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김마산</a:t>
                      </a:r>
                      <a:r>
                        <a:rPr lang="en-US" altLang="ko-KR" sz="700" dirty="0" smtClean="0"/>
                        <a:t>(PBSBANK007)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1359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김창원</a:t>
                      </a:r>
                      <a:r>
                        <a:rPr lang="en-US" altLang="ko-KR" sz="700" dirty="0" smtClean="0"/>
                        <a:t>(PBSBANK008)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563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김안동</a:t>
                      </a:r>
                      <a:r>
                        <a:rPr lang="en-US" altLang="ko-KR" sz="700" dirty="0" smtClean="0"/>
                        <a:t>(PBSBANK009)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디지털전략부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564108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7267404" y="2653327"/>
            <a:ext cx="45719" cy="1971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Freeform 11"/>
          <p:cNvSpPr>
            <a:spLocks noChangeArrowheads="1"/>
          </p:cNvSpPr>
          <p:nvPr/>
        </p:nvSpPr>
        <p:spPr bwMode="auto">
          <a:xfrm>
            <a:off x="7159750" y="865865"/>
            <a:ext cx="147562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3" name="그룹 112"/>
          <p:cNvGrpSpPr/>
          <p:nvPr/>
        </p:nvGrpSpPr>
        <p:grpSpPr>
          <a:xfrm>
            <a:off x="5499469" y="2193406"/>
            <a:ext cx="1767513" cy="194762"/>
            <a:chOff x="5087887" y="864761"/>
            <a:chExt cx="1767513" cy="194762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ID,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이름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부서로 검색해주세요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2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2797251" y="5582653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 smtClean="0">
                <a:solidFill>
                  <a:schemeClr val="bg1"/>
                </a:solidFill>
              </a:rPr>
              <a:t>결재요청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3887391" y="5579800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취소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3820975" y="2631408"/>
            <a:ext cx="3546979" cy="2353341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/>
          <p:cNvSpPr/>
          <p:nvPr/>
        </p:nvSpPr>
        <p:spPr>
          <a:xfrm>
            <a:off x="1034878" y="4850589"/>
            <a:ext cx="5084568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1034878" y="1421238"/>
          <a:ext cx="6206348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582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1036127" y="1135022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036127" y="2153563"/>
            <a:ext cx="143244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복사 대상 사용자 목록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7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2628401" y="1447795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8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7644657" y="1155089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7644657" y="859239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사용자 변경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7644657" y="1371107"/>
            <a:ext cx="1734481" cy="7601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</a:t>
            </a:r>
          </a:p>
          <a:p>
            <a:r>
              <a:rPr lang="ko-KR" altLang="en-US" sz="900" dirty="0" smtClean="0">
                <a:solidFill>
                  <a:schemeClr val="tx1"/>
                </a:solidFill>
              </a:rPr>
              <a:t>김경남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(PBSBANK002)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김문현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(PBSBANK003)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김거제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(PBSBANK004)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7680352" y="1461519"/>
            <a:ext cx="1661421" cy="151131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타원 201"/>
          <p:cNvSpPr/>
          <p:nvPr/>
        </p:nvSpPr>
        <p:spPr>
          <a:xfrm>
            <a:off x="2791146" y="5496188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</a:t>
            </a:r>
            <a:endParaRPr lang="ko-KR" altLang="en-US" sz="600" b="1" dirty="0"/>
          </a:p>
        </p:txBody>
      </p:sp>
      <p:sp>
        <p:nvSpPr>
          <p:cNvPr id="204" name="직사각형 203"/>
          <p:cNvSpPr/>
          <p:nvPr/>
        </p:nvSpPr>
        <p:spPr>
          <a:xfrm>
            <a:off x="4687450" y="661557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상호점검사용기업</a:t>
            </a:r>
            <a:endParaRPr lang="ko-KR" altLang="en-US" dirty="0"/>
          </a:p>
        </p:txBody>
      </p:sp>
      <p:sp>
        <p:nvSpPr>
          <p:cNvPr id="88" name="모서리가 둥근 직사각형 87"/>
          <p:cNvSpPr/>
          <p:nvPr/>
        </p:nvSpPr>
        <p:spPr>
          <a:xfrm>
            <a:off x="7191387" y="2511455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191" name="타원 190"/>
          <p:cNvSpPr/>
          <p:nvPr/>
        </p:nvSpPr>
        <p:spPr>
          <a:xfrm>
            <a:off x="4208197" y="274585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2" name="타원 191"/>
          <p:cNvSpPr/>
          <p:nvPr/>
        </p:nvSpPr>
        <p:spPr>
          <a:xfrm>
            <a:off x="4216845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3" name="타원 192"/>
          <p:cNvSpPr/>
          <p:nvPr/>
        </p:nvSpPr>
        <p:spPr>
          <a:xfrm>
            <a:off x="4216845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4" name="타원 193"/>
          <p:cNvSpPr/>
          <p:nvPr/>
        </p:nvSpPr>
        <p:spPr>
          <a:xfrm>
            <a:off x="4216845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5" name="타원 194"/>
          <p:cNvSpPr/>
          <p:nvPr/>
        </p:nvSpPr>
        <p:spPr>
          <a:xfrm>
            <a:off x="5009492" y="295294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6" name="타원 195"/>
          <p:cNvSpPr/>
          <p:nvPr/>
        </p:nvSpPr>
        <p:spPr>
          <a:xfrm>
            <a:off x="5014015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6" name="타원 205"/>
          <p:cNvSpPr>
            <a:spLocks noChangeAspect="1"/>
          </p:cNvSpPr>
          <p:nvPr/>
        </p:nvSpPr>
        <p:spPr>
          <a:xfrm>
            <a:off x="5043550" y="2988654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7" name="타원 206"/>
          <p:cNvSpPr/>
          <p:nvPr/>
        </p:nvSpPr>
        <p:spPr>
          <a:xfrm>
            <a:off x="5014015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8" name="타원 207"/>
          <p:cNvSpPr/>
          <p:nvPr/>
        </p:nvSpPr>
        <p:spPr>
          <a:xfrm>
            <a:off x="5014015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9" name="타원 208"/>
          <p:cNvSpPr/>
          <p:nvPr/>
        </p:nvSpPr>
        <p:spPr>
          <a:xfrm>
            <a:off x="5014015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0" name="타원 209"/>
          <p:cNvSpPr/>
          <p:nvPr/>
        </p:nvSpPr>
        <p:spPr>
          <a:xfrm>
            <a:off x="5014015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1" name="타원 210"/>
          <p:cNvSpPr/>
          <p:nvPr/>
        </p:nvSpPr>
        <p:spPr>
          <a:xfrm>
            <a:off x="5876784" y="295294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2" name="타원 211"/>
          <p:cNvSpPr/>
          <p:nvPr/>
        </p:nvSpPr>
        <p:spPr>
          <a:xfrm>
            <a:off x="5881307" y="318260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3" name="타원 212"/>
          <p:cNvSpPr>
            <a:spLocks noChangeAspect="1"/>
          </p:cNvSpPr>
          <p:nvPr/>
        </p:nvSpPr>
        <p:spPr>
          <a:xfrm>
            <a:off x="5910842" y="2988654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4" name="타원 213"/>
          <p:cNvSpPr/>
          <p:nvPr/>
        </p:nvSpPr>
        <p:spPr>
          <a:xfrm>
            <a:off x="5881307" y="33844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5" name="타원 214"/>
          <p:cNvSpPr/>
          <p:nvPr/>
        </p:nvSpPr>
        <p:spPr>
          <a:xfrm>
            <a:off x="5881307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6" name="타원 215"/>
          <p:cNvSpPr/>
          <p:nvPr/>
        </p:nvSpPr>
        <p:spPr>
          <a:xfrm>
            <a:off x="5881307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7" name="타원 216"/>
          <p:cNvSpPr/>
          <p:nvPr/>
        </p:nvSpPr>
        <p:spPr>
          <a:xfrm>
            <a:off x="5881307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8" name="타원 217"/>
          <p:cNvSpPr/>
          <p:nvPr/>
        </p:nvSpPr>
        <p:spPr>
          <a:xfrm>
            <a:off x="6748191" y="33956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9" name="타원 218"/>
          <p:cNvSpPr>
            <a:spLocks noChangeAspect="1"/>
          </p:cNvSpPr>
          <p:nvPr/>
        </p:nvSpPr>
        <p:spPr>
          <a:xfrm>
            <a:off x="6782249" y="3431369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0" name="타원 219"/>
          <p:cNvSpPr/>
          <p:nvPr/>
        </p:nvSpPr>
        <p:spPr>
          <a:xfrm>
            <a:off x="6748599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1" name="타원 220"/>
          <p:cNvSpPr/>
          <p:nvPr/>
        </p:nvSpPr>
        <p:spPr>
          <a:xfrm>
            <a:off x="6748599" y="38373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2" name="타원 221"/>
          <p:cNvSpPr/>
          <p:nvPr/>
        </p:nvSpPr>
        <p:spPr>
          <a:xfrm>
            <a:off x="6748599" y="2730349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3" name="타원 222"/>
          <p:cNvSpPr/>
          <p:nvPr/>
        </p:nvSpPr>
        <p:spPr>
          <a:xfrm>
            <a:off x="6748191" y="293339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4" name="타원 223"/>
          <p:cNvSpPr/>
          <p:nvPr/>
        </p:nvSpPr>
        <p:spPr>
          <a:xfrm>
            <a:off x="6748191" y="316305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5" name="타원 224"/>
          <p:cNvSpPr/>
          <p:nvPr/>
        </p:nvSpPr>
        <p:spPr>
          <a:xfrm>
            <a:off x="4216845" y="29392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6" name="타원 225"/>
          <p:cNvSpPr/>
          <p:nvPr/>
        </p:nvSpPr>
        <p:spPr>
          <a:xfrm>
            <a:off x="4210850" y="360770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7" name="타원 226"/>
          <p:cNvSpPr>
            <a:spLocks noChangeAspect="1"/>
          </p:cNvSpPr>
          <p:nvPr/>
        </p:nvSpPr>
        <p:spPr>
          <a:xfrm>
            <a:off x="4244908" y="3643409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8" name="타원 227"/>
          <p:cNvSpPr/>
          <p:nvPr/>
        </p:nvSpPr>
        <p:spPr>
          <a:xfrm>
            <a:off x="4222277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9" name="타원 228"/>
          <p:cNvSpPr/>
          <p:nvPr/>
        </p:nvSpPr>
        <p:spPr>
          <a:xfrm>
            <a:off x="5019447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0" name="타원 229"/>
          <p:cNvSpPr/>
          <p:nvPr/>
        </p:nvSpPr>
        <p:spPr>
          <a:xfrm>
            <a:off x="5886739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1" name="타원 230"/>
          <p:cNvSpPr/>
          <p:nvPr/>
        </p:nvSpPr>
        <p:spPr>
          <a:xfrm>
            <a:off x="6754031" y="40396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2" name="타원 231"/>
          <p:cNvSpPr/>
          <p:nvPr/>
        </p:nvSpPr>
        <p:spPr>
          <a:xfrm>
            <a:off x="4225866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3" name="타원 232"/>
          <p:cNvSpPr/>
          <p:nvPr/>
        </p:nvSpPr>
        <p:spPr>
          <a:xfrm>
            <a:off x="5023036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4" name="타원 233"/>
          <p:cNvSpPr/>
          <p:nvPr/>
        </p:nvSpPr>
        <p:spPr>
          <a:xfrm>
            <a:off x="5890328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5" name="타원 234"/>
          <p:cNvSpPr/>
          <p:nvPr/>
        </p:nvSpPr>
        <p:spPr>
          <a:xfrm>
            <a:off x="6757620" y="4238061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6" name="타원 235"/>
          <p:cNvSpPr/>
          <p:nvPr/>
        </p:nvSpPr>
        <p:spPr>
          <a:xfrm>
            <a:off x="4231298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7" name="타원 236"/>
          <p:cNvSpPr/>
          <p:nvPr/>
        </p:nvSpPr>
        <p:spPr>
          <a:xfrm>
            <a:off x="5028468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8" name="타원 237"/>
          <p:cNvSpPr/>
          <p:nvPr/>
        </p:nvSpPr>
        <p:spPr>
          <a:xfrm>
            <a:off x="5895760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9" name="타원 238"/>
          <p:cNvSpPr/>
          <p:nvPr/>
        </p:nvSpPr>
        <p:spPr>
          <a:xfrm>
            <a:off x="6763052" y="444036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0" name="타원 239"/>
          <p:cNvSpPr/>
          <p:nvPr/>
        </p:nvSpPr>
        <p:spPr>
          <a:xfrm>
            <a:off x="4237119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1" name="타원 240"/>
          <p:cNvSpPr/>
          <p:nvPr/>
        </p:nvSpPr>
        <p:spPr>
          <a:xfrm>
            <a:off x="5034289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2" name="타원 241"/>
          <p:cNvSpPr/>
          <p:nvPr/>
        </p:nvSpPr>
        <p:spPr>
          <a:xfrm>
            <a:off x="5901581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43" name="타원 242"/>
          <p:cNvSpPr/>
          <p:nvPr/>
        </p:nvSpPr>
        <p:spPr>
          <a:xfrm>
            <a:off x="6768873" y="467581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" name="직사각형 1"/>
          <p:cNvSpPr/>
          <p:nvPr/>
        </p:nvSpPr>
        <p:spPr>
          <a:xfrm>
            <a:off x="4982554" y="3013782"/>
            <a:ext cx="222689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전자서명으로 변경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2023-04-13</a:t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상호점검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사용 기업의 경우 결재요청으로 처리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702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업무가능시간설정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시용자정보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110791"/>
              </p:ext>
            </p:extLst>
          </p:nvPr>
        </p:nvGraphicFramePr>
        <p:xfrm>
          <a:off x="9822663" y="540019"/>
          <a:ext cx="2195166" cy="3917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목록에서 선택한 사용자의 정보를 기본값으로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셋팅하며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변경할 수 있도록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시 해당 정보로 변경한다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“1”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선택한 사용자의 부서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 정보를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131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일까지 모두 자동 체크 처리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평일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금까지 모두 자동 체크 처리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직접선택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자유롭게 체크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평일을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선택하였어도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고객이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요일 선택을 변경하면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직접선택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 선택 시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“4-1”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“00:00”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“4-2”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“24:00”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처리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전일을 기본값으로 처리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시작시각을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처리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시작시각을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시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체크는 해제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(00:00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아닌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다른값으로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32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종료시각을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처리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종료시각을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시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전일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체크는 해제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(24:00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아닌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다른값으로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39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내용을 변경하고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사용자목록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그리드에 반영 처리하고 팝업은 유지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30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팝업을 닫기 처리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553181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392562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236100" y="635813"/>
            <a:ext cx="4838518" cy="4251079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311369" y="745186"/>
            <a:ext cx="14157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업무가능시간설정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12" name="Freeform 11"/>
          <p:cNvSpPr>
            <a:spLocks noChangeArrowheads="1"/>
          </p:cNvSpPr>
          <p:nvPr/>
        </p:nvSpPr>
        <p:spPr bwMode="auto">
          <a:xfrm>
            <a:off x="4737510" y="811685"/>
            <a:ext cx="147562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7" name="표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278952"/>
              </p:ext>
            </p:extLst>
          </p:nvPr>
        </p:nvGraphicFramePr>
        <p:xfrm>
          <a:off x="410767" y="1329800"/>
          <a:ext cx="4199440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29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1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490220" y="1366223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412016" y="1043584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19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1515623" y="4352757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2605763" y="4349904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취소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6441" y="514354"/>
            <a:ext cx="319318" cy="230832"/>
            <a:chOff x="4834015" y="3090156"/>
            <a:chExt cx="319318" cy="230832"/>
          </a:xfrm>
        </p:grpSpPr>
        <p:sp>
          <p:nvSpPr>
            <p:cNvPr id="6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" name="타원 1"/>
          <p:cNvSpPr/>
          <p:nvPr/>
        </p:nvSpPr>
        <p:spPr>
          <a:xfrm>
            <a:off x="1359959" y="1266546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1</a:t>
            </a:r>
            <a:endParaRPr lang="ko-KR" altLang="en-US" sz="800" b="1" dirty="0"/>
          </a:p>
        </p:txBody>
      </p:sp>
      <p:sp>
        <p:nvSpPr>
          <p:cNvPr id="64" name="타원 63"/>
          <p:cNvSpPr/>
          <p:nvPr/>
        </p:nvSpPr>
        <p:spPr>
          <a:xfrm>
            <a:off x="1359959" y="1669842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2</a:t>
            </a:r>
            <a:endParaRPr lang="ko-KR" altLang="en-US" sz="800" b="1" dirty="0"/>
          </a:p>
        </p:txBody>
      </p:sp>
      <p:sp>
        <p:nvSpPr>
          <p:cNvPr id="87" name="타원 86"/>
          <p:cNvSpPr/>
          <p:nvPr/>
        </p:nvSpPr>
        <p:spPr>
          <a:xfrm>
            <a:off x="1490220" y="4279106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5</a:t>
            </a:r>
            <a:endParaRPr lang="ko-KR" altLang="en-US" sz="800" b="1" dirty="0"/>
          </a:p>
        </p:txBody>
      </p:sp>
      <p:sp>
        <p:nvSpPr>
          <p:cNvPr id="88" name="타원 87"/>
          <p:cNvSpPr/>
          <p:nvPr/>
        </p:nvSpPr>
        <p:spPr>
          <a:xfrm>
            <a:off x="2591765" y="4279106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6</a:t>
            </a:r>
            <a:endParaRPr lang="ko-KR" altLang="en-US" sz="8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412016" y="2097209"/>
            <a:ext cx="975588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업무가능일시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68276"/>
              </p:ext>
            </p:extLst>
          </p:nvPr>
        </p:nvGraphicFramePr>
        <p:xfrm>
          <a:off x="410767" y="2469080"/>
          <a:ext cx="4199440" cy="114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29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667736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가능요일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3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가능시간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606726" y="2504541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전일</a:t>
            </a:r>
            <a:endParaRPr lang="ko-KR" altLang="en-US" sz="900" dirty="0"/>
          </a:p>
        </p:txBody>
      </p:sp>
      <p:grpSp>
        <p:nvGrpSpPr>
          <p:cNvPr id="107" name="그룹 106"/>
          <p:cNvGrpSpPr/>
          <p:nvPr/>
        </p:nvGrpSpPr>
        <p:grpSpPr>
          <a:xfrm>
            <a:off x="1508224" y="2562938"/>
            <a:ext cx="131584" cy="121731"/>
            <a:chOff x="3027532" y="1509066"/>
            <a:chExt cx="144000" cy="144000"/>
          </a:xfrm>
        </p:grpSpPr>
        <p:sp>
          <p:nvSpPr>
            <p:cNvPr id="108" name="타원 107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09" name="타원 108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110" name="타원 109"/>
          <p:cNvSpPr/>
          <p:nvPr/>
        </p:nvSpPr>
        <p:spPr>
          <a:xfrm>
            <a:off x="2068142" y="256293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11" name="직사각형 110"/>
          <p:cNvSpPr/>
          <p:nvPr/>
        </p:nvSpPr>
        <p:spPr>
          <a:xfrm>
            <a:off x="2182534" y="2504541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평일</a:t>
            </a:r>
            <a:endParaRPr lang="ko-KR" altLang="en-US" sz="900" dirty="0"/>
          </a:p>
        </p:txBody>
      </p:sp>
      <p:sp>
        <p:nvSpPr>
          <p:cNvPr id="113" name="타원 112"/>
          <p:cNvSpPr/>
          <p:nvPr/>
        </p:nvSpPr>
        <p:spPr>
          <a:xfrm>
            <a:off x="2670746" y="256678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14" name="직사각형 113"/>
          <p:cNvSpPr/>
          <p:nvPr/>
        </p:nvSpPr>
        <p:spPr>
          <a:xfrm>
            <a:off x="2785138" y="2508388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err="1" smtClean="0">
                <a:latin typeface="맑은 고딕 (본문)"/>
              </a:rPr>
              <a:t>직접선택</a:t>
            </a:r>
            <a:endParaRPr lang="ko-KR" altLang="en-US" sz="900" dirty="0"/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1456628" y="2848857"/>
            <a:ext cx="247184" cy="246221"/>
            <a:chOff x="6964414" y="3682113"/>
            <a:chExt cx="247184" cy="246221"/>
          </a:xfrm>
        </p:grpSpPr>
        <p:sp>
          <p:nvSpPr>
            <p:cNvPr id="116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18" name="직사각형 117"/>
          <p:cNvSpPr/>
          <p:nvPr/>
        </p:nvSpPr>
        <p:spPr>
          <a:xfrm>
            <a:off x="1639808" y="2856551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smtClean="0">
                <a:latin typeface="맑은 고딕 (본문)"/>
              </a:rPr>
              <a:t>월</a:t>
            </a:r>
            <a:endParaRPr lang="ko-KR" altLang="en-US" sz="900" dirty="0"/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1855993" y="2851817"/>
            <a:ext cx="247184" cy="246221"/>
            <a:chOff x="6964414" y="3682113"/>
            <a:chExt cx="247184" cy="246221"/>
          </a:xfrm>
        </p:grpSpPr>
        <p:sp>
          <p:nvSpPr>
            <p:cNvPr id="120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22" name="직사각형 121"/>
          <p:cNvSpPr/>
          <p:nvPr/>
        </p:nvSpPr>
        <p:spPr>
          <a:xfrm>
            <a:off x="2039173" y="2859511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>
                <a:latin typeface="맑은 고딕 (본문)"/>
              </a:rPr>
              <a:t>화</a:t>
            </a:r>
            <a:endParaRPr lang="ko-KR" altLang="en-US" sz="90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2277844" y="2849460"/>
            <a:ext cx="247184" cy="246221"/>
            <a:chOff x="6964414" y="3682113"/>
            <a:chExt cx="247184" cy="246221"/>
          </a:xfrm>
        </p:grpSpPr>
        <p:sp>
          <p:nvSpPr>
            <p:cNvPr id="124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26" name="직사각형 125"/>
          <p:cNvSpPr/>
          <p:nvPr/>
        </p:nvSpPr>
        <p:spPr>
          <a:xfrm>
            <a:off x="2461024" y="2857154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수</a:t>
            </a:r>
            <a:endParaRPr lang="ko-KR" altLang="en-US" sz="900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2677209" y="2852420"/>
            <a:ext cx="247184" cy="246221"/>
            <a:chOff x="6964414" y="3682113"/>
            <a:chExt cx="247184" cy="246221"/>
          </a:xfrm>
        </p:grpSpPr>
        <p:sp>
          <p:nvSpPr>
            <p:cNvPr id="128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30" name="직사각형 129"/>
          <p:cNvSpPr/>
          <p:nvPr/>
        </p:nvSpPr>
        <p:spPr>
          <a:xfrm>
            <a:off x="2860389" y="2860114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>
                <a:latin typeface="맑은 고딕 (본문)"/>
              </a:rPr>
              <a:t>목</a:t>
            </a:r>
            <a:endParaRPr lang="ko-KR" altLang="en-US" sz="900" dirty="0"/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3100250" y="2853426"/>
            <a:ext cx="247184" cy="246221"/>
            <a:chOff x="6964414" y="3682113"/>
            <a:chExt cx="247184" cy="246221"/>
          </a:xfrm>
        </p:grpSpPr>
        <p:sp>
          <p:nvSpPr>
            <p:cNvPr id="132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34" name="직사각형 133"/>
          <p:cNvSpPr/>
          <p:nvPr/>
        </p:nvSpPr>
        <p:spPr>
          <a:xfrm>
            <a:off x="3283430" y="2861120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금</a:t>
            </a:r>
            <a:endParaRPr lang="ko-KR" altLang="en-US" sz="900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3522101" y="2851069"/>
            <a:ext cx="247184" cy="246221"/>
            <a:chOff x="6964414" y="3682113"/>
            <a:chExt cx="247184" cy="246221"/>
          </a:xfrm>
        </p:grpSpPr>
        <p:sp>
          <p:nvSpPr>
            <p:cNvPr id="136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39" name="직사각형 138"/>
          <p:cNvSpPr/>
          <p:nvPr/>
        </p:nvSpPr>
        <p:spPr>
          <a:xfrm>
            <a:off x="3705281" y="2858763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smtClean="0"/>
              <a:t>토</a:t>
            </a:r>
            <a:endParaRPr lang="ko-KR" altLang="en-US" sz="900" dirty="0"/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3921466" y="2854029"/>
            <a:ext cx="247184" cy="246221"/>
            <a:chOff x="6964414" y="3682113"/>
            <a:chExt cx="247184" cy="246221"/>
          </a:xfrm>
        </p:grpSpPr>
        <p:sp>
          <p:nvSpPr>
            <p:cNvPr id="142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44" name="직사각형 143"/>
          <p:cNvSpPr/>
          <p:nvPr/>
        </p:nvSpPr>
        <p:spPr>
          <a:xfrm>
            <a:off x="4104646" y="2861723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일</a:t>
            </a:r>
            <a:endParaRPr lang="ko-KR" altLang="en-US" sz="900" dirty="0"/>
          </a:p>
        </p:txBody>
      </p:sp>
      <p:sp>
        <p:nvSpPr>
          <p:cNvPr id="145" name="직사각형 144"/>
          <p:cNvSpPr/>
          <p:nvPr/>
        </p:nvSpPr>
        <p:spPr>
          <a:xfrm>
            <a:off x="5431606" y="944103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전일</a:t>
            </a:r>
            <a:endParaRPr lang="ko-KR" altLang="en-US" sz="900" dirty="0"/>
          </a:p>
        </p:txBody>
      </p:sp>
      <p:sp>
        <p:nvSpPr>
          <p:cNvPr id="147" name="타원 146"/>
          <p:cNvSpPr/>
          <p:nvPr/>
        </p:nvSpPr>
        <p:spPr>
          <a:xfrm>
            <a:off x="5333104" y="1002500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49" name="타원 148"/>
          <p:cNvSpPr/>
          <p:nvPr/>
        </p:nvSpPr>
        <p:spPr>
          <a:xfrm>
            <a:off x="5893022" y="1002500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50" name="직사각형 149"/>
          <p:cNvSpPr/>
          <p:nvPr/>
        </p:nvSpPr>
        <p:spPr>
          <a:xfrm>
            <a:off x="6007414" y="944103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평일</a:t>
            </a:r>
            <a:endParaRPr lang="ko-KR" altLang="en-US" sz="900" dirty="0"/>
          </a:p>
        </p:txBody>
      </p:sp>
      <p:sp>
        <p:nvSpPr>
          <p:cNvPr id="151" name="타원 150"/>
          <p:cNvSpPr/>
          <p:nvPr/>
        </p:nvSpPr>
        <p:spPr>
          <a:xfrm>
            <a:off x="6495626" y="1006347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52" name="직사각형 151"/>
          <p:cNvSpPr/>
          <p:nvPr/>
        </p:nvSpPr>
        <p:spPr>
          <a:xfrm>
            <a:off x="6610018" y="947950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err="1" smtClean="0">
                <a:latin typeface="맑은 고딕 (본문)"/>
              </a:rPr>
              <a:t>직접선택</a:t>
            </a:r>
            <a:endParaRPr lang="ko-KR" altLang="en-US" sz="900" dirty="0"/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5281508" y="1288419"/>
            <a:ext cx="247184" cy="246221"/>
            <a:chOff x="6964414" y="3682113"/>
            <a:chExt cx="247184" cy="246221"/>
          </a:xfrm>
        </p:grpSpPr>
        <p:sp>
          <p:nvSpPr>
            <p:cNvPr id="155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57" name="직사각형 156"/>
          <p:cNvSpPr/>
          <p:nvPr/>
        </p:nvSpPr>
        <p:spPr>
          <a:xfrm>
            <a:off x="5464688" y="1296113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smtClean="0">
                <a:latin typeface="맑은 고딕 (본문)"/>
              </a:rPr>
              <a:t>월</a:t>
            </a:r>
            <a:endParaRPr lang="ko-KR" altLang="en-US" sz="900" dirty="0"/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5680873" y="1291379"/>
            <a:ext cx="247184" cy="246221"/>
            <a:chOff x="6964414" y="3682113"/>
            <a:chExt cx="247184" cy="246221"/>
          </a:xfrm>
        </p:grpSpPr>
        <p:sp>
          <p:nvSpPr>
            <p:cNvPr id="159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61" name="직사각형 160"/>
          <p:cNvSpPr/>
          <p:nvPr/>
        </p:nvSpPr>
        <p:spPr>
          <a:xfrm>
            <a:off x="5864053" y="1299073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>
                <a:latin typeface="맑은 고딕 (본문)"/>
              </a:rPr>
              <a:t>화</a:t>
            </a:r>
            <a:endParaRPr lang="ko-KR" altLang="en-US" sz="900" dirty="0"/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6102724" y="1289022"/>
            <a:ext cx="247184" cy="246221"/>
            <a:chOff x="6964414" y="3682113"/>
            <a:chExt cx="247184" cy="246221"/>
          </a:xfrm>
        </p:grpSpPr>
        <p:sp>
          <p:nvSpPr>
            <p:cNvPr id="163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65" name="직사각형 164"/>
          <p:cNvSpPr/>
          <p:nvPr/>
        </p:nvSpPr>
        <p:spPr>
          <a:xfrm>
            <a:off x="6285904" y="1296716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수</a:t>
            </a:r>
            <a:endParaRPr lang="ko-KR" altLang="en-US" sz="900" dirty="0"/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6502089" y="1291982"/>
            <a:ext cx="247184" cy="246221"/>
            <a:chOff x="6964414" y="3682113"/>
            <a:chExt cx="247184" cy="246221"/>
          </a:xfrm>
        </p:grpSpPr>
        <p:sp>
          <p:nvSpPr>
            <p:cNvPr id="167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69" name="직사각형 168"/>
          <p:cNvSpPr/>
          <p:nvPr/>
        </p:nvSpPr>
        <p:spPr>
          <a:xfrm>
            <a:off x="6685269" y="1299676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>
                <a:latin typeface="맑은 고딕 (본문)"/>
              </a:rPr>
              <a:t>목</a:t>
            </a:r>
            <a:endParaRPr lang="ko-KR" altLang="en-US" sz="900" dirty="0"/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6925130" y="1292988"/>
            <a:ext cx="247184" cy="246221"/>
            <a:chOff x="6964414" y="3682113"/>
            <a:chExt cx="247184" cy="246221"/>
          </a:xfrm>
        </p:grpSpPr>
        <p:sp>
          <p:nvSpPr>
            <p:cNvPr id="171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73" name="직사각형 172"/>
          <p:cNvSpPr/>
          <p:nvPr/>
        </p:nvSpPr>
        <p:spPr>
          <a:xfrm>
            <a:off x="7108310" y="1300682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금</a:t>
            </a:r>
            <a:endParaRPr lang="ko-KR" altLang="en-US" sz="900" dirty="0"/>
          </a:p>
        </p:txBody>
      </p:sp>
      <p:sp>
        <p:nvSpPr>
          <p:cNvPr id="177" name="직사각형 176"/>
          <p:cNvSpPr/>
          <p:nvPr/>
        </p:nvSpPr>
        <p:spPr>
          <a:xfrm>
            <a:off x="7530161" y="1298325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smtClean="0"/>
              <a:t>토</a:t>
            </a:r>
            <a:endParaRPr lang="ko-KR" altLang="en-US" sz="900" dirty="0"/>
          </a:p>
        </p:txBody>
      </p:sp>
      <p:sp>
        <p:nvSpPr>
          <p:cNvPr id="183" name="직사각형 182"/>
          <p:cNvSpPr/>
          <p:nvPr/>
        </p:nvSpPr>
        <p:spPr>
          <a:xfrm>
            <a:off x="7929526" y="1301285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일</a:t>
            </a:r>
            <a:endParaRPr lang="ko-KR" altLang="en-US" sz="900" dirty="0"/>
          </a:p>
        </p:txBody>
      </p:sp>
      <p:sp>
        <p:nvSpPr>
          <p:cNvPr id="184" name="타원 183"/>
          <p:cNvSpPr>
            <a:spLocks noChangeAspect="1"/>
          </p:cNvSpPr>
          <p:nvPr/>
        </p:nvSpPr>
        <p:spPr>
          <a:xfrm>
            <a:off x="5927080" y="1038208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85" name="모서리가 둥근 직사각형 36">
            <a:extLst>
              <a:ext uri="{FF2B5EF4-FFF2-40B4-BE49-F238E27FC236}">
                <a16:creationId xmlns:a16="http://schemas.microsoft.com/office/drawing/2014/main" id="{166D43A6-D880-A69E-FC86-4ED1ECC57BB8}"/>
              </a:ext>
            </a:extLst>
          </p:cNvPr>
          <p:cNvSpPr/>
          <p:nvPr/>
        </p:nvSpPr>
        <p:spPr>
          <a:xfrm>
            <a:off x="7414666" y="1312256"/>
            <a:ext cx="176906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6" name="모서리가 둥근 직사각형 36">
            <a:extLst>
              <a:ext uri="{FF2B5EF4-FFF2-40B4-BE49-F238E27FC236}">
                <a16:creationId xmlns:a16="http://schemas.microsoft.com/office/drawing/2014/main" id="{166D43A6-D880-A69E-FC86-4ED1ECC57BB8}"/>
              </a:ext>
            </a:extLst>
          </p:cNvPr>
          <p:cNvSpPr/>
          <p:nvPr/>
        </p:nvSpPr>
        <p:spPr>
          <a:xfrm>
            <a:off x="7817154" y="1320589"/>
            <a:ext cx="176906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5214123" y="635813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평일 선택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5431606" y="2089691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전일</a:t>
            </a:r>
            <a:endParaRPr lang="ko-KR" altLang="en-US" sz="900" dirty="0"/>
          </a:p>
        </p:txBody>
      </p:sp>
      <p:sp>
        <p:nvSpPr>
          <p:cNvPr id="189" name="타원 188"/>
          <p:cNvSpPr/>
          <p:nvPr/>
        </p:nvSpPr>
        <p:spPr>
          <a:xfrm>
            <a:off x="5333104" y="214808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0" name="타원 189"/>
          <p:cNvSpPr/>
          <p:nvPr/>
        </p:nvSpPr>
        <p:spPr>
          <a:xfrm>
            <a:off x="5893022" y="214808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1" name="직사각형 190"/>
          <p:cNvSpPr/>
          <p:nvPr/>
        </p:nvSpPr>
        <p:spPr>
          <a:xfrm>
            <a:off x="6007414" y="2089691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평일</a:t>
            </a:r>
            <a:endParaRPr lang="ko-KR" altLang="en-US" sz="900" dirty="0"/>
          </a:p>
        </p:txBody>
      </p:sp>
      <p:sp>
        <p:nvSpPr>
          <p:cNvPr id="192" name="타원 191"/>
          <p:cNvSpPr/>
          <p:nvPr/>
        </p:nvSpPr>
        <p:spPr>
          <a:xfrm>
            <a:off x="6495626" y="2151935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93" name="직사각형 192"/>
          <p:cNvSpPr/>
          <p:nvPr/>
        </p:nvSpPr>
        <p:spPr>
          <a:xfrm>
            <a:off x="6610018" y="2093538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err="1" smtClean="0">
                <a:latin typeface="맑은 고딕 (본문)"/>
              </a:rPr>
              <a:t>직접선택</a:t>
            </a:r>
            <a:endParaRPr lang="ko-KR" altLang="en-US" sz="900" dirty="0"/>
          </a:p>
        </p:txBody>
      </p:sp>
      <p:sp>
        <p:nvSpPr>
          <p:cNvPr id="197" name="직사각형 196"/>
          <p:cNvSpPr/>
          <p:nvPr/>
        </p:nvSpPr>
        <p:spPr>
          <a:xfrm>
            <a:off x="5464688" y="2441701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smtClean="0">
                <a:latin typeface="맑은 고딕 (본문)"/>
              </a:rPr>
              <a:t>월</a:t>
            </a:r>
            <a:endParaRPr lang="ko-KR" altLang="en-US" sz="900" dirty="0"/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5680873" y="2436967"/>
            <a:ext cx="247184" cy="246221"/>
            <a:chOff x="6964414" y="3682113"/>
            <a:chExt cx="247184" cy="246221"/>
          </a:xfrm>
        </p:grpSpPr>
        <p:sp>
          <p:nvSpPr>
            <p:cNvPr id="200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202" name="직사각형 201"/>
          <p:cNvSpPr/>
          <p:nvPr/>
        </p:nvSpPr>
        <p:spPr>
          <a:xfrm>
            <a:off x="5864053" y="2444661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>
                <a:latin typeface="맑은 고딕 (본문)"/>
              </a:rPr>
              <a:t>화</a:t>
            </a:r>
            <a:endParaRPr lang="ko-KR" altLang="en-US" sz="900" dirty="0"/>
          </a:p>
        </p:txBody>
      </p: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6102724" y="2434610"/>
            <a:ext cx="247184" cy="246221"/>
            <a:chOff x="6964414" y="3682113"/>
            <a:chExt cx="247184" cy="246221"/>
          </a:xfrm>
        </p:grpSpPr>
        <p:sp>
          <p:nvSpPr>
            <p:cNvPr id="204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206" name="직사각형 205"/>
          <p:cNvSpPr/>
          <p:nvPr/>
        </p:nvSpPr>
        <p:spPr>
          <a:xfrm>
            <a:off x="6285904" y="2442304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수</a:t>
            </a:r>
            <a:endParaRPr lang="ko-KR" altLang="en-US" sz="900" dirty="0"/>
          </a:p>
        </p:txBody>
      </p: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F22F5993-BBC1-6D37-6551-F1F618EF2CBE}"/>
              </a:ext>
            </a:extLst>
          </p:cNvPr>
          <p:cNvGrpSpPr/>
          <p:nvPr/>
        </p:nvGrpSpPr>
        <p:grpSpPr>
          <a:xfrm>
            <a:off x="6502089" y="2437570"/>
            <a:ext cx="247184" cy="246221"/>
            <a:chOff x="6964414" y="3682113"/>
            <a:chExt cx="247184" cy="246221"/>
          </a:xfrm>
        </p:grpSpPr>
        <p:sp>
          <p:nvSpPr>
            <p:cNvPr id="208" name="모서리가 둥근 직사각형 36">
              <a:extLst>
                <a:ext uri="{FF2B5EF4-FFF2-40B4-BE49-F238E27FC236}">
                  <a16:creationId xmlns:a16="http://schemas.microsoft.com/office/drawing/2014/main" id="{8141D592-89D4-ADDF-F545-1C1943DFA3A0}"/>
                </a:ext>
              </a:extLst>
            </p:cNvPr>
            <p:cNvSpPr/>
            <p:nvPr/>
          </p:nvSpPr>
          <p:spPr>
            <a:xfrm>
              <a:off x="6999553" y="3705950"/>
              <a:ext cx="176906" cy="1818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5EC98195-9B6D-C2D3-3F68-F13237CC530D}"/>
                </a:ext>
              </a:extLst>
            </p:cNvPr>
            <p:cNvSpPr txBox="1"/>
            <p:nvPr/>
          </p:nvSpPr>
          <p:spPr>
            <a:xfrm>
              <a:off x="6964414" y="3682113"/>
              <a:ext cx="2471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pc="-150" dirty="0">
                  <a:solidFill>
                    <a:prstClr val="black"/>
                  </a:solidFill>
                  <a:ea typeface="맑은 고딕"/>
                </a:rPr>
                <a:t>V</a:t>
              </a:r>
              <a:endParaRPr lang="ko-KR" altLang="en-US" sz="1000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210" name="직사각형 209"/>
          <p:cNvSpPr/>
          <p:nvPr/>
        </p:nvSpPr>
        <p:spPr>
          <a:xfrm>
            <a:off x="6685269" y="2445264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>
                <a:latin typeface="맑은 고딕 (본문)"/>
              </a:rPr>
              <a:t>목</a:t>
            </a:r>
            <a:endParaRPr lang="ko-KR" altLang="en-US" sz="900" dirty="0"/>
          </a:p>
        </p:txBody>
      </p:sp>
      <p:sp>
        <p:nvSpPr>
          <p:cNvPr id="214" name="직사각형 213"/>
          <p:cNvSpPr/>
          <p:nvPr/>
        </p:nvSpPr>
        <p:spPr>
          <a:xfrm>
            <a:off x="7108310" y="2446270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금</a:t>
            </a:r>
            <a:endParaRPr lang="ko-KR" altLang="en-US" sz="900" dirty="0"/>
          </a:p>
        </p:txBody>
      </p:sp>
      <p:sp>
        <p:nvSpPr>
          <p:cNvPr id="215" name="직사각형 214"/>
          <p:cNvSpPr/>
          <p:nvPr/>
        </p:nvSpPr>
        <p:spPr>
          <a:xfrm>
            <a:off x="7530161" y="2443913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smtClean="0"/>
              <a:t>토</a:t>
            </a:r>
            <a:endParaRPr lang="ko-KR" altLang="en-US" sz="900" dirty="0"/>
          </a:p>
        </p:txBody>
      </p:sp>
      <p:sp>
        <p:nvSpPr>
          <p:cNvPr id="216" name="직사각형 215"/>
          <p:cNvSpPr/>
          <p:nvPr/>
        </p:nvSpPr>
        <p:spPr>
          <a:xfrm>
            <a:off x="7929526" y="2446873"/>
            <a:ext cx="3000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일</a:t>
            </a:r>
            <a:endParaRPr lang="ko-KR" altLang="en-US" sz="900" dirty="0"/>
          </a:p>
        </p:txBody>
      </p:sp>
      <p:sp>
        <p:nvSpPr>
          <p:cNvPr id="217" name="타원 216"/>
          <p:cNvSpPr>
            <a:spLocks noChangeAspect="1"/>
          </p:cNvSpPr>
          <p:nvPr/>
        </p:nvSpPr>
        <p:spPr>
          <a:xfrm>
            <a:off x="6526594" y="2183796"/>
            <a:ext cx="56531" cy="52298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18" name="모서리가 둥근 직사각형 36">
            <a:extLst>
              <a:ext uri="{FF2B5EF4-FFF2-40B4-BE49-F238E27FC236}">
                <a16:creationId xmlns:a16="http://schemas.microsoft.com/office/drawing/2014/main" id="{166D43A6-D880-A69E-FC86-4ED1ECC57BB8}"/>
              </a:ext>
            </a:extLst>
          </p:cNvPr>
          <p:cNvSpPr/>
          <p:nvPr/>
        </p:nvSpPr>
        <p:spPr>
          <a:xfrm>
            <a:off x="7402554" y="2457844"/>
            <a:ext cx="176906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1" name="모서리가 둥근 직사각형 36">
            <a:extLst>
              <a:ext uri="{FF2B5EF4-FFF2-40B4-BE49-F238E27FC236}">
                <a16:creationId xmlns:a16="http://schemas.microsoft.com/office/drawing/2014/main" id="{166D43A6-D880-A69E-FC86-4ED1ECC57BB8}"/>
              </a:ext>
            </a:extLst>
          </p:cNvPr>
          <p:cNvSpPr/>
          <p:nvPr/>
        </p:nvSpPr>
        <p:spPr>
          <a:xfrm>
            <a:off x="7817154" y="2466177"/>
            <a:ext cx="176906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5214123" y="178140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직접선택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선택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23" name="모서리가 둥근 직사각형 36">
            <a:extLst>
              <a:ext uri="{FF2B5EF4-FFF2-40B4-BE49-F238E27FC236}">
                <a16:creationId xmlns:a16="http://schemas.microsoft.com/office/drawing/2014/main" id="{166D43A6-D880-A69E-FC86-4ED1ECC57BB8}"/>
              </a:ext>
            </a:extLst>
          </p:cNvPr>
          <p:cNvSpPr/>
          <p:nvPr/>
        </p:nvSpPr>
        <p:spPr>
          <a:xfrm>
            <a:off x="5314193" y="2466177"/>
            <a:ext cx="176906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4" name="모서리가 둥근 직사각형 36">
            <a:extLst>
              <a:ext uri="{FF2B5EF4-FFF2-40B4-BE49-F238E27FC236}">
                <a16:creationId xmlns:a16="http://schemas.microsoft.com/office/drawing/2014/main" id="{166D43A6-D880-A69E-FC86-4ED1ECC57BB8}"/>
              </a:ext>
            </a:extLst>
          </p:cNvPr>
          <p:cNvSpPr/>
          <p:nvPr/>
        </p:nvSpPr>
        <p:spPr>
          <a:xfrm>
            <a:off x="6978585" y="2465900"/>
            <a:ext cx="176906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5" name="모서리가 둥근 직사각형 36">
            <a:extLst>
              <a:ext uri="{FF2B5EF4-FFF2-40B4-BE49-F238E27FC236}">
                <a16:creationId xmlns:a16="http://schemas.microsoft.com/office/drawing/2014/main" id="{166D43A6-D880-A69E-FC86-4ED1ECC57BB8}"/>
              </a:ext>
            </a:extLst>
          </p:cNvPr>
          <p:cNvSpPr/>
          <p:nvPr/>
        </p:nvSpPr>
        <p:spPr>
          <a:xfrm>
            <a:off x="1507926" y="3291040"/>
            <a:ext cx="176906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1668673" y="3269920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kern="0" dirty="0" smtClean="0">
                <a:latin typeface="맑은 고딕 (본문)"/>
              </a:rPr>
              <a:t>전일</a:t>
            </a:r>
            <a:endParaRPr lang="ko-KR" altLang="en-US" sz="900" dirty="0"/>
          </a:p>
        </p:txBody>
      </p:sp>
      <p:sp>
        <p:nvSpPr>
          <p:cNvPr id="227" name="모서리가 둥근 직사각형 36">
            <a:extLst>
              <a:ext uri="{FF2B5EF4-FFF2-40B4-BE49-F238E27FC236}">
                <a16:creationId xmlns:a16="http://schemas.microsoft.com/office/drawing/2014/main" id="{98325D9D-360C-6431-7C28-30E8C4367CD6}"/>
              </a:ext>
            </a:extLst>
          </p:cNvPr>
          <p:cNvSpPr/>
          <p:nvPr/>
        </p:nvSpPr>
        <p:spPr>
          <a:xfrm>
            <a:off x="2088433" y="3288187"/>
            <a:ext cx="682857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00:00 </a:t>
            </a:r>
            <a:r>
              <a:rPr lang="ko-KR" altLang="en-US" sz="1000" dirty="0">
                <a:solidFill>
                  <a:schemeClr val="tx1"/>
                </a:solidFill>
              </a:rPr>
              <a:t>▽</a:t>
            </a:r>
          </a:p>
        </p:txBody>
      </p:sp>
      <p:sp>
        <p:nvSpPr>
          <p:cNvPr id="228" name="모서리가 둥근 직사각형 36">
            <a:extLst>
              <a:ext uri="{FF2B5EF4-FFF2-40B4-BE49-F238E27FC236}">
                <a16:creationId xmlns:a16="http://schemas.microsoft.com/office/drawing/2014/main" id="{3E0B91F0-C5FA-611B-179E-5EF3D0461808}"/>
              </a:ext>
            </a:extLst>
          </p:cNvPr>
          <p:cNvSpPr/>
          <p:nvPr/>
        </p:nvSpPr>
        <p:spPr>
          <a:xfrm>
            <a:off x="3065440" y="3288187"/>
            <a:ext cx="682857" cy="18188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dirty="0">
                <a:solidFill>
                  <a:schemeClr val="tx1"/>
                </a:solidFill>
              </a:rPr>
              <a:t>24:00 </a:t>
            </a:r>
            <a:r>
              <a:rPr lang="ko-KR" altLang="en-US" sz="1000" dirty="0">
                <a:solidFill>
                  <a:schemeClr val="tx1"/>
                </a:solidFill>
              </a:rPr>
              <a:t>▽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F4D2B6B-3743-6A0C-2759-8F0C0FEA57E5}"/>
              </a:ext>
            </a:extLst>
          </p:cNvPr>
          <p:cNvSpPr txBox="1"/>
          <p:nvPr/>
        </p:nvSpPr>
        <p:spPr>
          <a:xfrm>
            <a:off x="2803024" y="3268182"/>
            <a:ext cx="2375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prstClr val="black"/>
                </a:solidFill>
                <a:ea typeface="맑은 고딕"/>
              </a:rPr>
              <a:t>~</a:t>
            </a:r>
            <a:endParaRPr lang="ko-KR" altLang="en-US" sz="800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30" name="타원 229"/>
          <p:cNvSpPr/>
          <p:nvPr/>
        </p:nvSpPr>
        <p:spPr>
          <a:xfrm>
            <a:off x="1373395" y="2464781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3</a:t>
            </a:r>
            <a:endParaRPr lang="ko-KR" altLang="en-US" sz="800" b="1" dirty="0"/>
          </a:p>
        </p:txBody>
      </p:sp>
      <p:sp>
        <p:nvSpPr>
          <p:cNvPr id="231" name="타원 230"/>
          <p:cNvSpPr/>
          <p:nvPr/>
        </p:nvSpPr>
        <p:spPr>
          <a:xfrm>
            <a:off x="5169306" y="534260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/>
              <a:t>3</a:t>
            </a:r>
            <a:r>
              <a:rPr lang="en-US" altLang="ko-KR" sz="600" b="1" dirty="0" smtClean="0"/>
              <a:t>-1</a:t>
            </a:r>
            <a:endParaRPr lang="ko-KR" altLang="en-US" sz="600" b="1" dirty="0"/>
          </a:p>
        </p:txBody>
      </p:sp>
      <p:sp>
        <p:nvSpPr>
          <p:cNvPr id="232" name="타원 231"/>
          <p:cNvSpPr/>
          <p:nvPr/>
        </p:nvSpPr>
        <p:spPr>
          <a:xfrm>
            <a:off x="5164062" y="1715485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3-2</a:t>
            </a:r>
            <a:endParaRPr lang="ko-KR" altLang="en-US" sz="600" b="1" dirty="0"/>
          </a:p>
        </p:txBody>
      </p:sp>
      <p:sp>
        <p:nvSpPr>
          <p:cNvPr id="233" name="타원 232"/>
          <p:cNvSpPr/>
          <p:nvPr/>
        </p:nvSpPr>
        <p:spPr>
          <a:xfrm>
            <a:off x="6904154" y="2351417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3-3</a:t>
            </a:r>
            <a:endParaRPr lang="ko-KR" altLang="en-US" sz="600" b="1" dirty="0"/>
          </a:p>
        </p:txBody>
      </p:sp>
      <p:sp>
        <p:nvSpPr>
          <p:cNvPr id="234" name="타원 233"/>
          <p:cNvSpPr/>
          <p:nvPr/>
        </p:nvSpPr>
        <p:spPr>
          <a:xfrm>
            <a:off x="1368421" y="3198187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4</a:t>
            </a:r>
            <a:endParaRPr lang="ko-KR" altLang="en-US" sz="800" b="1" dirty="0"/>
          </a:p>
        </p:txBody>
      </p:sp>
      <p:sp>
        <p:nvSpPr>
          <p:cNvPr id="236" name="타원 235"/>
          <p:cNvSpPr/>
          <p:nvPr/>
        </p:nvSpPr>
        <p:spPr>
          <a:xfrm>
            <a:off x="2016769" y="3187690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237" name="타원 236"/>
          <p:cNvSpPr/>
          <p:nvPr/>
        </p:nvSpPr>
        <p:spPr>
          <a:xfrm>
            <a:off x="3010430" y="3198977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238" name="타원 237"/>
          <p:cNvSpPr/>
          <p:nvPr/>
        </p:nvSpPr>
        <p:spPr>
          <a:xfrm>
            <a:off x="4596640" y="701243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/>
              <a:t>6</a:t>
            </a:r>
            <a:endParaRPr lang="ko-KR" altLang="en-US" sz="800" b="1" dirty="0"/>
          </a:p>
        </p:txBody>
      </p:sp>
      <p:sp>
        <p:nvSpPr>
          <p:cNvPr id="239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5338079" y="3938943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   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5338079" y="3643093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사용자 변경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직사각형 240"/>
          <p:cNvSpPr/>
          <p:nvPr/>
        </p:nvSpPr>
        <p:spPr>
          <a:xfrm>
            <a:off x="5338079" y="4154961"/>
            <a:ext cx="1734481" cy="7601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 smtClean="0">
                <a:solidFill>
                  <a:schemeClr val="tx1"/>
                </a:solidFill>
              </a:rPr>
              <a:t>김부산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(PBSBANK001)</a:t>
            </a:r>
          </a:p>
          <a:p>
            <a:r>
              <a:rPr lang="ko-KR" altLang="en-US" sz="900" dirty="0" smtClean="0">
                <a:solidFill>
                  <a:schemeClr val="tx1"/>
                </a:solidFill>
              </a:rPr>
              <a:t>김경남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(PBSBANK002)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김문현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(PBSBANK003)</a:t>
            </a:r>
          </a:p>
          <a:p>
            <a:r>
              <a:rPr lang="ko-KR" altLang="en-US" sz="900" dirty="0" err="1" smtClean="0">
                <a:solidFill>
                  <a:schemeClr val="tx1"/>
                </a:solidFill>
              </a:rPr>
              <a:t>김거제</a:t>
            </a:r>
            <a:r>
              <a:rPr lang="en-US" altLang="ko-KR" sz="900" dirty="0" smtClean="0">
                <a:solidFill>
                  <a:schemeClr val="tx1"/>
                </a:solidFill>
              </a:rPr>
              <a:t>(PBSBANK004)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42" name="직사각형 241"/>
          <p:cNvSpPr/>
          <p:nvPr/>
        </p:nvSpPr>
        <p:spPr>
          <a:xfrm>
            <a:off x="5373774" y="4245373"/>
            <a:ext cx="1661421" cy="151131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타원 242"/>
          <p:cNvSpPr/>
          <p:nvPr/>
        </p:nvSpPr>
        <p:spPr>
          <a:xfrm>
            <a:off x="5205917" y="3595939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323744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그룹 85"/>
          <p:cNvGrpSpPr/>
          <p:nvPr/>
        </p:nvGrpSpPr>
        <p:grpSpPr>
          <a:xfrm>
            <a:off x="382255" y="1299784"/>
            <a:ext cx="2950119" cy="1490703"/>
            <a:chOff x="201576" y="3100646"/>
            <a:chExt cx="2950119" cy="1490703"/>
          </a:xfrm>
        </p:grpSpPr>
        <p:sp>
          <p:nvSpPr>
            <p:cNvPr id="87" name="직사각형 86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%(%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아이디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%)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님의 권한을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선택한사용자명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%(%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아이디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%)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님의 권한으로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복사하시겠습니까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88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300747" y="1004629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권한복사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버튼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11140" y="135951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854966" y="2296465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935086" y="2291496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3655100" y="1299784"/>
            <a:ext cx="2950119" cy="1490703"/>
            <a:chOff x="201576" y="3100646"/>
            <a:chExt cx="2950119" cy="1490703"/>
          </a:xfrm>
        </p:grpSpPr>
        <p:sp>
          <p:nvSpPr>
            <p:cNvPr id="115" name="직사각형 114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권한을 복사할 사용자를 선택해주세요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1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7" name="TextBox 116"/>
          <p:cNvSpPr txBox="1"/>
          <p:nvPr/>
        </p:nvSpPr>
        <p:spPr>
          <a:xfrm>
            <a:off x="3573592" y="1004629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권한복사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버튼 클릭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사용자 미 선택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783985" y="135951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640545" y="2344656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22" name="그룹 121"/>
          <p:cNvGrpSpPr/>
          <p:nvPr/>
        </p:nvGrpSpPr>
        <p:grpSpPr>
          <a:xfrm>
            <a:off x="7009453" y="1283411"/>
            <a:ext cx="2950119" cy="1490703"/>
            <a:chOff x="201576" y="3100646"/>
            <a:chExt cx="2950119" cy="1490703"/>
          </a:xfrm>
        </p:grpSpPr>
        <p:sp>
          <p:nvSpPr>
            <p:cNvPr id="123" name="직사각형 122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선택한 사용자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세부 권한을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선택해주세요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5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6" name="TextBox 125"/>
          <p:cNvSpPr txBox="1"/>
          <p:nvPr/>
        </p:nvSpPr>
        <p:spPr>
          <a:xfrm>
            <a:off x="6927945" y="988256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권한복사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버튼 클릭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사용자의 권한 미 선택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7138338" y="134314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994898" y="2328283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업무권한설정 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2/X</a:t>
            </a:r>
            <a:endParaRPr lang="en-US" altLang="ko-KR" sz="800" kern="0" dirty="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</a:t>
            </a:r>
            <a:endParaRPr lang="en-US" altLang="ko-KR" sz="800" kern="0" dirty="0"/>
          </a:p>
        </p:txBody>
      </p:sp>
      <p:sp>
        <p:nvSpPr>
          <p:cNvPr id="32" name="타원 31"/>
          <p:cNvSpPr/>
          <p:nvPr/>
        </p:nvSpPr>
        <p:spPr>
          <a:xfrm>
            <a:off x="331140" y="824629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</a:t>
            </a:r>
            <a:endParaRPr lang="ko-KR" altLang="en-US" sz="600" b="1" dirty="0"/>
          </a:p>
        </p:txBody>
      </p:sp>
      <p:sp>
        <p:nvSpPr>
          <p:cNvPr id="33" name="타원 32"/>
          <p:cNvSpPr/>
          <p:nvPr/>
        </p:nvSpPr>
        <p:spPr>
          <a:xfrm>
            <a:off x="3611748" y="824629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</a:t>
            </a:r>
            <a:endParaRPr lang="ko-KR" altLang="en-US" sz="600" b="1" dirty="0"/>
          </a:p>
        </p:txBody>
      </p:sp>
      <p:sp>
        <p:nvSpPr>
          <p:cNvPr id="34" name="타원 33"/>
          <p:cNvSpPr/>
          <p:nvPr/>
        </p:nvSpPr>
        <p:spPr>
          <a:xfrm>
            <a:off x="6976670" y="824629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348272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5/X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grpSp>
        <p:nvGrpSpPr>
          <p:cNvPr id="127" name="그룹 126"/>
          <p:cNvGrpSpPr/>
          <p:nvPr/>
        </p:nvGrpSpPr>
        <p:grpSpPr>
          <a:xfrm>
            <a:off x="368469" y="3140696"/>
            <a:ext cx="2950119" cy="1490703"/>
            <a:chOff x="201576" y="3100646"/>
            <a:chExt cx="2950119" cy="1490703"/>
          </a:xfrm>
        </p:grpSpPr>
        <p:sp>
          <p:nvSpPr>
            <p:cNvPr id="128" name="직사각형 127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사용자 정보를 변경 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286961" y="2845541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정보변경 버튼 클릭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등록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수정 중인 사용자가 있을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497354" y="3200428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882211" y="4190132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962331" y="4185163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661795" y="3129353"/>
            <a:ext cx="2950119" cy="1490703"/>
            <a:chOff x="201576" y="3100646"/>
            <a:chExt cx="2950119" cy="1490703"/>
          </a:xfrm>
        </p:grpSpPr>
        <p:sp>
          <p:nvSpPr>
            <p:cNvPr id="78" name="직사각형 77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현재  등록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수정 중인 사용자가 없습니다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3580287" y="2834198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정보변경 버튼 클릭 시 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등록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수정 중인 사용자가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없을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경우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790680" y="318908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647240" y="4174225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350559" y="5254284"/>
            <a:ext cx="2950119" cy="1490703"/>
            <a:chOff x="201576" y="3100646"/>
            <a:chExt cx="2950119" cy="1490703"/>
          </a:xfrm>
        </p:grpSpPr>
        <p:sp>
          <p:nvSpPr>
            <p:cNvPr id="98" name="직사각형 97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현재  등록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수정 중인 사용자가 있습니다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재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죄회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하시면  변경하신 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사용자 정보를 재 조회 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269051" y="4959129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재조회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버튼 클릭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등록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수정 중인 사용자가 있을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79444" y="531401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864301" y="6303720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944421" y="6298751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615653" y="4952235"/>
            <a:ext cx="303162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재조회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버튼 클릭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등록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수정 중인 사용자가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없을 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별도의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ALERT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처리 없이 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사용자정보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재 조회 진행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60" name="그룹 159"/>
          <p:cNvGrpSpPr/>
          <p:nvPr/>
        </p:nvGrpSpPr>
        <p:grpSpPr>
          <a:xfrm>
            <a:off x="350559" y="1020779"/>
            <a:ext cx="2950119" cy="1490703"/>
            <a:chOff x="201576" y="3100646"/>
            <a:chExt cx="2950119" cy="1490703"/>
          </a:xfrm>
        </p:grpSpPr>
        <p:sp>
          <p:nvSpPr>
            <p:cNvPr id="161" name="직사각형 160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현재  등록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수정 중인 사용자가 있습니다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사용자 수정 완료 후 또는 재 조회 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권한설정을 변경하실 수 있습니다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2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3" name="TextBox 162"/>
          <p:cNvSpPr txBox="1"/>
          <p:nvPr/>
        </p:nvSpPr>
        <p:spPr>
          <a:xfrm>
            <a:off x="269051" y="725624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등록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수정 중인 사용자가 있을 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79444" y="1080511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336004" y="2065651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202" name="그룹 201"/>
          <p:cNvGrpSpPr/>
          <p:nvPr/>
        </p:nvGrpSpPr>
        <p:grpSpPr>
          <a:xfrm>
            <a:off x="7155272" y="3140696"/>
            <a:ext cx="2950119" cy="1490703"/>
            <a:chOff x="201576" y="3100646"/>
            <a:chExt cx="2950119" cy="1490703"/>
          </a:xfrm>
        </p:grpSpPr>
        <p:sp>
          <p:nvSpPr>
            <p:cNvPr id="203" name="직사각형 202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%(%ID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님의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항목명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은 필수 입력 값입니다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사용자명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%(%ID%)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의 사용자정보를 확인해주세요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4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" name="TextBox 204"/>
          <p:cNvSpPr txBox="1"/>
          <p:nvPr/>
        </p:nvSpPr>
        <p:spPr>
          <a:xfrm>
            <a:off x="7073764" y="2845541"/>
            <a:ext cx="303162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정보변경 버튼 클릭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필수값이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 누락된 경우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7284157" y="3200428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8140717" y="4185568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227" name="그룹 226"/>
          <p:cNvGrpSpPr/>
          <p:nvPr/>
        </p:nvGrpSpPr>
        <p:grpSpPr>
          <a:xfrm>
            <a:off x="3650770" y="1007263"/>
            <a:ext cx="2950119" cy="1490703"/>
            <a:chOff x="201576" y="3100646"/>
            <a:chExt cx="2950119" cy="1490703"/>
          </a:xfrm>
        </p:grpSpPr>
        <p:sp>
          <p:nvSpPr>
            <p:cNvPr id="228" name="직사각형 227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사용자 상태가 정상인 경우에만 가능합니다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2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0" name="TextBox 229"/>
          <p:cNvSpPr txBox="1"/>
          <p:nvPr/>
        </p:nvSpPr>
        <p:spPr>
          <a:xfrm>
            <a:off x="3569262" y="71210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사용자가 정상상태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아닌경우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3779655" y="106699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636215" y="2052135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7155272" y="5197664"/>
            <a:ext cx="3083072" cy="1490703"/>
            <a:chOff x="68624" y="3100646"/>
            <a:chExt cx="3083072" cy="1490703"/>
          </a:xfrm>
        </p:grpSpPr>
        <p:sp>
          <p:nvSpPr>
            <p:cNvPr id="87" name="직사각형 86"/>
            <p:cNvSpPr/>
            <p:nvPr/>
          </p:nvSpPr>
          <p:spPr>
            <a:xfrm>
              <a:off x="68624" y="3100646"/>
              <a:ext cx="3083072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현재  등록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수정 중인 사용자가 있습니다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다른 메뉴로 이동 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하시면  변경하신 정보가 사라집니다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다른 메뉴로 이동 하시겠습니까</a:t>
              </a:r>
              <a:r>
                <a:rPr lang="en-US" altLang="ko-KR" sz="1000" spc="-150" dirty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88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7155272" y="4902509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수정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등록 중 다른 메뉴 이동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417109" y="525739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801966" y="6247100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8882086" y="6242131"/>
            <a:ext cx="96248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취소</a:t>
            </a:r>
            <a:endParaRPr lang="ko-KR" altLang="en-US" sz="9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452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09336" y="466147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latin typeface="Spoqa Han Sans Neo Bold" panose="020B0800000000000000" pitchFamily="50" charset="-127"/>
                <a:ea typeface="Spoqa Han Sans Neo Bold" panose="020B0800000000000000" pitchFamily="50" charset="-127"/>
                <a:cs typeface="Pretendard" panose="02000503000000020004" pitchFamily="2" charset="-127"/>
              </a:rPr>
              <a:t>BODY</a:t>
            </a:r>
            <a:endParaRPr lang="ko-KR" altLang="en-US" sz="1600" b="1" spc="-150" dirty="0">
              <a:latin typeface="Spoqa Han Sans Neo Bold" panose="020B0800000000000000" pitchFamily="50" charset="-127"/>
              <a:ea typeface="Spoqa Han Sans Neo Bold" panose="020B0800000000000000" pitchFamily="50" charset="-127"/>
              <a:cs typeface="Pretendard" panose="020005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0038" y="932208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기업권한목록</a:t>
            </a:r>
            <a:endParaRPr lang="ko-KR" altLang="en-US" sz="12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기업권한설정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리스트</a:t>
            </a:r>
            <a:endParaRPr lang="en-US" altLang="ko-KR" sz="800" kern="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기업권한설정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500420"/>
              </p:ext>
            </p:extLst>
          </p:nvPr>
        </p:nvGraphicFramePr>
        <p:xfrm>
          <a:off x="9822663" y="557185"/>
          <a:ext cx="2195166" cy="2778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회사 정보를 조회하고</a:t>
                      </a:r>
                      <a:endParaRPr lang="en-US" altLang="ko-KR" sz="8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선택된 사용자의 권한에 따라 권한 구분 여부 </a:t>
                      </a:r>
                      <a:r>
                        <a:rPr lang="ko-KR" altLang="en-US" sz="8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체크해줌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사용자목록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화면에 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기업권한설정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버튼으로 진입 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(19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페이지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사용자목록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(19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페이지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선택한 사용자를 기본값으로 </a:t>
                      </a:r>
                      <a:r>
                        <a:rPr lang="ko-KR" altLang="en-US" sz="8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셋팅하여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표시되도록 처리</a:t>
                      </a:r>
                      <a:endParaRPr lang="en-US" altLang="ko-KR" sz="8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사용자를 선택할 수 있는 사용자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드롭박스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제공</a:t>
                      </a:r>
                      <a:endParaRPr lang="en-US" altLang="ko-KR" sz="8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사용자가 사용할 수 있는 권한을 설정한다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권한을 해제하고 저장할 수 있어야 함</a:t>
                      </a:r>
                      <a:endParaRPr lang="en-US" altLang="ko-KR" sz="8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사용자관리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화면으로 이동</a:t>
                      </a:r>
                      <a:endParaRPr lang="en-US" altLang="ko-KR" sz="8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36511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27151" y="1279577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/>
          </p:nvPr>
        </p:nvGraphicFramePr>
        <p:xfrm>
          <a:off x="428750" y="1619172"/>
          <a:ext cx="7421710" cy="570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8925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sp>
        <p:nvSpPr>
          <p:cNvPr id="44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72444" y="1651282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%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</a:rPr>
              <a:t>%(%</a:t>
            </a:r>
            <a:r>
              <a:rPr lang="ko-KR" altLang="en-US" sz="900" dirty="0" smtClean="0">
                <a:solidFill>
                  <a:schemeClr val="tx1"/>
                </a:solidFill>
              </a:rPr>
              <a:t>아이디</a:t>
            </a:r>
            <a:r>
              <a:rPr lang="en-US" altLang="ko-KR" sz="900" dirty="0" smtClean="0">
                <a:solidFill>
                  <a:schemeClr val="tx1"/>
                </a:solidFill>
              </a:rPr>
              <a:t>%)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411895" y="1629083"/>
            <a:ext cx="251992" cy="230832"/>
            <a:chOff x="4867678" y="3090156"/>
            <a:chExt cx="251992" cy="230832"/>
          </a:xfrm>
        </p:grpSpPr>
        <p:sp>
          <p:nvSpPr>
            <p:cNvPr id="4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55" name="표 54"/>
          <p:cNvGraphicFramePr>
            <a:graphicFrameLocks noGrp="1"/>
          </p:cNvGraphicFramePr>
          <p:nvPr>
            <p:extLst/>
          </p:nvPr>
        </p:nvGraphicFramePr>
        <p:xfrm>
          <a:off x="427717" y="2393450"/>
          <a:ext cx="7422744" cy="1242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218">
                  <a:extLst>
                    <a:ext uri="{9D8B030D-6E8A-4147-A177-3AD203B41FA5}">
                      <a16:colId xmlns:a16="http://schemas.microsoft.com/office/drawing/2014/main" val="2209094066"/>
                    </a:ext>
                  </a:extLst>
                </a:gridCol>
                <a:gridCol w="3855021">
                  <a:extLst>
                    <a:ext uri="{9D8B030D-6E8A-4147-A177-3AD203B41FA5}">
                      <a16:colId xmlns:a16="http://schemas.microsoft.com/office/drawing/2014/main" val="4241631486"/>
                    </a:ext>
                  </a:extLst>
                </a:gridCol>
                <a:gridCol w="1241505">
                  <a:extLst>
                    <a:ext uri="{9D8B030D-6E8A-4147-A177-3AD203B41FA5}">
                      <a16:colId xmlns:a16="http://schemas.microsoft.com/office/drawing/2014/main" val="3187112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회사명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사업자번호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권한구분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08902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부산은행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범내골점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72621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부산은행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범일점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O68-II-OOOOO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15159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부산은행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중앙동점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O68-II-OOOOO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93002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부산은행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서면점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O68-II-OOOOO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40198"/>
                  </a:ext>
                </a:extLst>
              </a:tr>
            </a:tbl>
          </a:graphicData>
        </a:graphic>
      </p:graphicFrame>
      <p:sp>
        <p:nvSpPr>
          <p:cNvPr id="58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114172" y="5892013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59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204312" y="5889160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목록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163214" y="5773744"/>
            <a:ext cx="251992" cy="230832"/>
            <a:chOff x="4867679" y="3090156"/>
            <a:chExt cx="251992" cy="230832"/>
          </a:xfrm>
        </p:grpSpPr>
        <p:sp>
          <p:nvSpPr>
            <p:cNvPr id="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70" name="직사각형 69"/>
          <p:cNvSpPr/>
          <p:nvPr/>
        </p:nvSpPr>
        <p:spPr>
          <a:xfrm>
            <a:off x="7139996" y="2667157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7139996" y="2925064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7139996" y="3188946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7139996" y="3435103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1411895" y="2673807"/>
            <a:ext cx="438345" cy="13323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 err="1" smtClean="0"/>
              <a:t>주업체</a:t>
            </a:r>
            <a:endParaRPr lang="ko-KR" altLang="en-US" sz="800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713730" y="2566949"/>
            <a:ext cx="251992" cy="230832"/>
            <a:chOff x="4867678" y="3090156"/>
            <a:chExt cx="251992" cy="230832"/>
          </a:xfrm>
        </p:grpSpPr>
        <p:sp>
          <p:nvSpPr>
            <p:cNvPr id="8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333143"/>
              </p:ext>
            </p:extLst>
          </p:nvPr>
        </p:nvGraphicFramePr>
        <p:xfrm>
          <a:off x="9822664" y="6423074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2023-02-24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전자서명으로 변경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2023-02-24</a:t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</a:rPr>
              <a:t>문구변경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선택 및 저장 기능 삭제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642708" y="2192101"/>
            <a:ext cx="1553025" cy="1660232"/>
          </a:xfrm>
          <a:prstGeom prst="rect">
            <a:avLst/>
          </a:prstGeom>
          <a:solidFill>
            <a:srgbClr val="FF0000">
              <a:alpha val="5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선택기능</a:t>
            </a:r>
            <a:endParaRPr lang="en-US" altLang="ko-KR" sz="1200" dirty="0" smtClean="0"/>
          </a:p>
          <a:p>
            <a:pPr algn="ctr"/>
            <a:r>
              <a:rPr lang="ko-KR" altLang="en-US" sz="1200" dirty="0" err="1" smtClean="0"/>
              <a:t>업무제외</a:t>
            </a:r>
            <a:endParaRPr lang="ko-KR" altLang="en-US" sz="1200" dirty="0"/>
          </a:p>
        </p:txBody>
      </p:sp>
      <p:sp>
        <p:nvSpPr>
          <p:cNvPr id="36" name="직사각형 35"/>
          <p:cNvSpPr/>
          <p:nvPr/>
        </p:nvSpPr>
        <p:spPr>
          <a:xfrm>
            <a:off x="2893475" y="5826016"/>
            <a:ext cx="1224419" cy="491365"/>
          </a:xfrm>
          <a:prstGeom prst="rect">
            <a:avLst/>
          </a:prstGeom>
          <a:solidFill>
            <a:srgbClr val="FF0000">
              <a:alpha val="5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저장기능</a:t>
            </a:r>
            <a:endParaRPr lang="en-US" altLang="ko-KR" sz="1200" dirty="0" smtClean="0"/>
          </a:p>
          <a:p>
            <a:pPr algn="ctr"/>
            <a:r>
              <a:rPr lang="ko-KR" altLang="en-US" sz="1200" dirty="0" err="1" smtClean="0"/>
              <a:t>업무제외</a:t>
            </a:r>
            <a:endParaRPr lang="ko-KR" altLang="en-US" sz="1200" dirty="0"/>
          </a:p>
        </p:txBody>
      </p:sp>
      <p:sp>
        <p:nvSpPr>
          <p:cNvPr id="37" name="직사각형 36"/>
          <p:cNvSpPr/>
          <p:nvPr/>
        </p:nvSpPr>
        <p:spPr>
          <a:xfrm>
            <a:off x="300038" y="905255"/>
            <a:ext cx="2897261" cy="292285"/>
          </a:xfrm>
          <a:prstGeom prst="rect">
            <a:avLst/>
          </a:prstGeom>
          <a:solidFill>
            <a:srgbClr val="FFFF00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200" dirty="0" smtClean="0">
                <a:solidFill>
                  <a:srgbClr val="FF0000"/>
                </a:solidFill>
              </a:rPr>
              <a:t>    </a:t>
            </a:r>
            <a:r>
              <a:rPr lang="ko-KR" altLang="en-US" sz="1200" dirty="0" err="1" smtClean="0">
                <a:solidFill>
                  <a:srgbClr val="FF0000"/>
                </a:solidFill>
              </a:rPr>
              <a:t>문구변경</a:t>
            </a:r>
            <a:r>
              <a:rPr lang="ko-KR" altLang="en-US" sz="1200" dirty="0" smtClean="0">
                <a:solidFill>
                  <a:srgbClr val="FF0000"/>
                </a:solidFill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</a:rPr>
              <a:t>23-02-24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34577" y="1208220"/>
            <a:ext cx="7657273" cy="1018627"/>
          </a:xfrm>
          <a:prstGeom prst="rect">
            <a:avLst/>
          </a:prstGeom>
          <a:solidFill>
            <a:srgbClr val="FF0000">
              <a:alpha val="5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err="1" smtClean="0"/>
              <a:t>화면제외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40628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4637672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1.3.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업무권한설정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20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업무권한설정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056207"/>
              </p:ext>
            </p:extLst>
          </p:nvPr>
        </p:nvGraphicFramePr>
        <p:xfrm>
          <a:off x="9822663" y="540019"/>
          <a:ext cx="2195166" cy="54179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목록에서 진입한 경우 해당 사용자를 기본값으로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전체메뉴에서 진입한 경우 첫번째 사용자를 기본값으로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사용자명과 아이디를 보여주는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셀렉트박스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없는경우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부서명과 직위를 표시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사용자권한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관리자권한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관리자권한 선택 시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“3”~”8”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항목은 선택이 불가하고 관리자의 모든 권한으로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셋팅하며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사용자타입은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부관리자로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지정됨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관리자권한 선택 시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창 호출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“4”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 선택으로 내역은 볼 수 있음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권한복사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팝업을 호출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67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업무구분을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선택할 수 있는 영역으로 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전체보기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기본값으로 처리하며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기업인터넷뱅킹에 모든 업무를 표시함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“4”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멀티로 업무를 선택할 수 있도록 처리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”, 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“5”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영역에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“, 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포함된 업무를 표시하도록 처리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업무에 존재하는 업무 권한을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“5”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영역에 표시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latinLnBrk="1"/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한번 클릭 시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한번 클릭 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해제처리됨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“4”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선택한 업무들의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상세업무를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목록으로 표시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선택된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업무구분에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대한 기준으로 선택 체크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처리한다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개별 상세 업무별로 선택 해제 처리한다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전자서명을 호출 후 변경된 정보를 저장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839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정보 목록으로 이동한다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340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업무권한은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 사용자가 가지고 있는 모든 기업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동일하게 적용함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779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업무권한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해제 시 해당 업무에 대한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설정도 함께 제외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업무권한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시예는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설정은 적용하지 않는다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사용자가 직접 선택하도록 처리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122723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304059" y="819419"/>
            <a:ext cx="82330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업무권한설정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551783"/>
              </p:ext>
            </p:extLst>
          </p:nvPr>
        </p:nvGraphicFramePr>
        <p:xfrm>
          <a:off x="9822664" y="6423074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427151" y="1112053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010521"/>
              </p:ext>
            </p:extLst>
          </p:nvPr>
        </p:nvGraphicFramePr>
        <p:xfrm>
          <a:off x="422373" y="1403888"/>
          <a:ext cx="7308848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2985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05537" y="1436862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%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</a:rPr>
              <a:t>%(%</a:t>
            </a:r>
            <a:r>
              <a:rPr lang="ko-KR" altLang="en-US" sz="900" dirty="0" smtClean="0">
                <a:solidFill>
                  <a:schemeClr val="tx1"/>
                </a:solidFill>
              </a:rPr>
              <a:t>아이디</a:t>
            </a:r>
            <a:r>
              <a:rPr lang="en-US" altLang="ko-KR" sz="900" dirty="0" smtClean="0">
                <a:solidFill>
                  <a:schemeClr val="tx1"/>
                </a:solidFill>
              </a:rPr>
              <a:t>%)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22373" y="2038215"/>
            <a:ext cx="112787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사용자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업무권한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BFE9973-E4F0-FEA5-300B-5D13F184BF27}"/>
              </a:ext>
            </a:extLst>
          </p:cNvPr>
          <p:cNvSpPr/>
          <p:nvPr/>
        </p:nvSpPr>
        <p:spPr>
          <a:xfrm>
            <a:off x="422373" y="2409450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전체보기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1A7545A9-463C-E9F1-BF89-3C3B823D960D}"/>
              </a:ext>
            </a:extLst>
          </p:cNvPr>
          <p:cNvSpPr/>
          <p:nvPr/>
        </p:nvSpPr>
        <p:spPr>
          <a:xfrm>
            <a:off x="1895931" y="2409450"/>
            <a:ext cx="1473558" cy="223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rgbClr val="FF0000"/>
                </a:solidFill>
              </a:rPr>
              <a:t>√</a:t>
            </a:r>
            <a:r>
              <a:rPr lang="ko-KR" altLang="en-US" sz="900" dirty="0" smtClean="0">
                <a:solidFill>
                  <a:schemeClr val="tx1"/>
                </a:solidFill>
              </a:rPr>
              <a:t>조회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3B0CDB65-175D-18FC-F84A-3A0ED8186C75}"/>
              </a:ext>
            </a:extLst>
          </p:cNvPr>
          <p:cNvSpPr/>
          <p:nvPr/>
        </p:nvSpPr>
        <p:spPr>
          <a:xfrm>
            <a:off x="3340018" y="2409450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이체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52C49116-4ACF-8F2C-2002-BBA355FC123F}"/>
              </a:ext>
            </a:extLst>
          </p:cNvPr>
          <p:cNvSpPr/>
          <p:nvPr/>
        </p:nvSpPr>
        <p:spPr>
          <a:xfrm>
            <a:off x="4784105" y="2409450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예금</a:t>
            </a:r>
            <a:r>
              <a:rPr lang="en-US" altLang="ko-KR" sz="900" dirty="0">
                <a:solidFill>
                  <a:schemeClr val="tx1"/>
                </a:solidFill>
              </a:rPr>
              <a:t>/</a:t>
            </a:r>
            <a:r>
              <a:rPr lang="ko-KR" altLang="en-US" sz="900" dirty="0">
                <a:solidFill>
                  <a:schemeClr val="tx1"/>
                </a:solidFill>
              </a:rPr>
              <a:t>신탁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8F87E61B-D2BD-BAE7-02FA-78134F7A5BF8}"/>
              </a:ext>
            </a:extLst>
          </p:cNvPr>
          <p:cNvSpPr/>
          <p:nvPr/>
        </p:nvSpPr>
        <p:spPr>
          <a:xfrm>
            <a:off x="6257663" y="2409450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B2B/</a:t>
            </a:r>
            <a:r>
              <a:rPr lang="ko-KR" altLang="en-US" sz="900" dirty="0">
                <a:solidFill>
                  <a:schemeClr val="tx1"/>
                </a:solidFill>
              </a:rPr>
              <a:t>전자결제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BB86C215-598C-0589-E8D7-9107EF4AD8DD}"/>
              </a:ext>
            </a:extLst>
          </p:cNvPr>
          <p:cNvSpPr/>
          <p:nvPr/>
        </p:nvSpPr>
        <p:spPr>
          <a:xfrm>
            <a:off x="422373" y="2630678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대출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97313CF0-8DAE-1A97-665C-20D7A9B23101}"/>
              </a:ext>
            </a:extLst>
          </p:cNvPr>
          <p:cNvSpPr/>
          <p:nvPr/>
        </p:nvSpPr>
        <p:spPr>
          <a:xfrm>
            <a:off x="1895931" y="2630678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외환</a:t>
            </a: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A671E2FC-4615-13FB-2855-816577A0E493}"/>
              </a:ext>
            </a:extLst>
          </p:cNvPr>
          <p:cNvSpPr/>
          <p:nvPr/>
        </p:nvSpPr>
        <p:spPr>
          <a:xfrm>
            <a:off x="3340018" y="2630678"/>
            <a:ext cx="1473558" cy="223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rgbClr val="FF0000"/>
                </a:solidFill>
              </a:rPr>
              <a:t>√</a:t>
            </a:r>
            <a:r>
              <a:rPr lang="ko-KR" altLang="en-US" sz="900" dirty="0" smtClean="0">
                <a:solidFill>
                  <a:schemeClr val="tx1"/>
                </a:solidFill>
              </a:rPr>
              <a:t>공과금납부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FC915DCF-C8CC-B3D4-3B28-A1CBF86F8053}"/>
              </a:ext>
            </a:extLst>
          </p:cNvPr>
          <p:cNvSpPr/>
          <p:nvPr/>
        </p:nvSpPr>
        <p:spPr>
          <a:xfrm>
            <a:off x="4784105" y="2630678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카드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08E4AF0B-F1FF-C5F3-420B-2C90442EAECB}"/>
              </a:ext>
            </a:extLst>
          </p:cNvPr>
          <p:cNvSpPr/>
          <p:nvPr/>
        </p:nvSpPr>
        <p:spPr>
          <a:xfrm>
            <a:off x="6257663" y="2630678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펀드</a:t>
            </a: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76DAA940-9E9D-9F60-1992-9B4CE7A133E3}"/>
              </a:ext>
            </a:extLst>
          </p:cNvPr>
          <p:cNvSpPr/>
          <p:nvPr/>
        </p:nvSpPr>
        <p:spPr>
          <a:xfrm>
            <a:off x="422373" y="2853377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자금관리</a:t>
            </a: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AD9CF08A-3C8D-4BDA-9D2B-0B1806FE5139}"/>
              </a:ext>
            </a:extLst>
          </p:cNvPr>
          <p:cNvSpPr/>
          <p:nvPr/>
        </p:nvSpPr>
        <p:spPr>
          <a:xfrm>
            <a:off x="1895931" y="2853377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퇴직연금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074C787E-57D5-094C-F958-49A2BF1E425E}"/>
              </a:ext>
            </a:extLst>
          </p:cNvPr>
          <p:cNvSpPr/>
          <p:nvPr/>
        </p:nvSpPr>
        <p:spPr>
          <a:xfrm>
            <a:off x="3340018" y="2853377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기업서비스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A03B9997-CE2F-3A5C-62A2-3B8F2CEEC96E}"/>
              </a:ext>
            </a:extLst>
          </p:cNvPr>
          <p:cNvSpPr/>
          <p:nvPr/>
        </p:nvSpPr>
        <p:spPr>
          <a:xfrm>
            <a:off x="4784105" y="2853377"/>
            <a:ext cx="1473558" cy="2237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웹펌뱅킹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66109"/>
              </p:ext>
            </p:extLst>
          </p:nvPr>
        </p:nvGraphicFramePr>
        <p:xfrm>
          <a:off x="422373" y="3173098"/>
          <a:ext cx="7308847" cy="204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262">
                  <a:extLst>
                    <a:ext uri="{9D8B030D-6E8A-4147-A177-3AD203B41FA5}">
                      <a16:colId xmlns:a16="http://schemas.microsoft.com/office/drawing/2014/main" val="4241631486"/>
                    </a:ext>
                  </a:extLst>
                </a:gridCol>
                <a:gridCol w="4158550">
                  <a:extLst>
                    <a:ext uri="{9D8B030D-6E8A-4147-A177-3AD203B41FA5}">
                      <a16:colId xmlns:a16="http://schemas.microsoft.com/office/drawing/2014/main" val="812853395"/>
                    </a:ext>
                  </a:extLst>
                </a:gridCol>
                <a:gridCol w="1389035">
                  <a:extLst>
                    <a:ext uri="{9D8B030D-6E8A-4147-A177-3AD203B41FA5}">
                      <a16:colId xmlns:a16="http://schemas.microsoft.com/office/drawing/2014/main" val="1375314488"/>
                    </a:ext>
                  </a:extLst>
                </a:gridCol>
              </a:tblGrid>
              <a:tr h="4369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업무구분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상세업무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권한구분</a:t>
                      </a:r>
                      <a:endParaRPr lang="en-US" altLang="ko-KR" sz="9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전체선택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08902"/>
                  </a:ext>
                </a:extLst>
              </a:tr>
              <a:tr h="25146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조회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전체계좌조회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72621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거래내역조회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459681"/>
                  </a:ext>
                </a:extLst>
              </a:tr>
              <a:tr h="2590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 smtClean="0"/>
                        <a:t>썸패스</a:t>
                      </a:r>
                      <a:r>
                        <a:rPr lang="ko-KR" altLang="en-US" sz="900" dirty="0" smtClean="0"/>
                        <a:t> 가맹점 </a:t>
                      </a:r>
                      <a:r>
                        <a:rPr lang="ko-KR" altLang="en-US" sz="900" dirty="0" err="1" smtClean="0"/>
                        <a:t>거래조회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459873"/>
                  </a:ext>
                </a:extLst>
              </a:tr>
              <a:tr h="25908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공과금납부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 smtClean="0"/>
                        <a:t>지로요금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40198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38498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공과금자동납부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132845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6986949" y="3697959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6986949" y="3933441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직사각형 221"/>
          <p:cNvSpPr/>
          <p:nvPr/>
        </p:nvSpPr>
        <p:spPr>
          <a:xfrm>
            <a:off x="6986949" y="4214019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3" name="직사각형 222"/>
          <p:cNvSpPr/>
          <p:nvPr/>
        </p:nvSpPr>
        <p:spPr>
          <a:xfrm>
            <a:off x="6986949" y="4472049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직사각형 223"/>
          <p:cNvSpPr/>
          <p:nvPr/>
        </p:nvSpPr>
        <p:spPr>
          <a:xfrm>
            <a:off x="6992811" y="4694906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6" name="그룹 225"/>
          <p:cNvGrpSpPr/>
          <p:nvPr/>
        </p:nvGrpSpPr>
        <p:grpSpPr>
          <a:xfrm>
            <a:off x="1878237" y="3786233"/>
            <a:ext cx="6381995" cy="255343"/>
            <a:chOff x="2638132" y="2022105"/>
            <a:chExt cx="3455988" cy="255343"/>
          </a:xfrm>
        </p:grpSpPr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229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30" name="직사각형 229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31" name="직사각형 230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228" name="TextBox 227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32" name="그룹 231"/>
          <p:cNvGrpSpPr/>
          <p:nvPr/>
        </p:nvGrpSpPr>
        <p:grpSpPr>
          <a:xfrm>
            <a:off x="1789277" y="3868989"/>
            <a:ext cx="6381995" cy="255343"/>
            <a:chOff x="2638132" y="2022105"/>
            <a:chExt cx="3455988" cy="255343"/>
          </a:xfrm>
        </p:grpSpPr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235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234" name="TextBox 233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sp>
        <p:nvSpPr>
          <p:cNvPr id="238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097988" y="6434614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239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188128" y="6431761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목록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68501" y="1414663"/>
            <a:ext cx="251992" cy="230832"/>
            <a:chOff x="4867678" y="3090156"/>
            <a:chExt cx="251992" cy="230832"/>
          </a:xfrm>
        </p:grpSpPr>
        <p:sp>
          <p:nvSpPr>
            <p:cNvPr id="24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48" name="직사각형 247"/>
          <p:cNvSpPr/>
          <p:nvPr/>
        </p:nvSpPr>
        <p:spPr>
          <a:xfrm>
            <a:off x="371049" y="2358222"/>
            <a:ext cx="7588920" cy="799582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29324" y="2219141"/>
            <a:ext cx="251992" cy="230832"/>
            <a:chOff x="4867679" y="3090156"/>
            <a:chExt cx="251992" cy="230832"/>
          </a:xfrm>
        </p:grpSpPr>
        <p:sp>
          <p:nvSpPr>
            <p:cNvPr id="25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146293" y="2251110"/>
            <a:ext cx="251992" cy="230832"/>
            <a:chOff x="4867679" y="3090156"/>
            <a:chExt cx="251992" cy="230832"/>
          </a:xfrm>
        </p:grpSpPr>
        <p:sp>
          <p:nvSpPr>
            <p:cNvPr id="25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56" name="직사각형 255"/>
          <p:cNvSpPr/>
          <p:nvPr/>
        </p:nvSpPr>
        <p:spPr>
          <a:xfrm>
            <a:off x="349802" y="3130372"/>
            <a:ext cx="7610167" cy="214433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41802" y="3076215"/>
            <a:ext cx="251992" cy="230832"/>
            <a:chOff x="4867679" y="3090156"/>
            <a:chExt cx="251992" cy="230832"/>
          </a:xfrm>
        </p:grpSpPr>
        <p:sp>
          <p:nvSpPr>
            <p:cNvPr id="25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60" name="직사각형 259"/>
          <p:cNvSpPr/>
          <p:nvPr/>
        </p:nvSpPr>
        <p:spPr>
          <a:xfrm>
            <a:off x="6986949" y="4979480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1" name="그룹 260"/>
          <p:cNvGrpSpPr/>
          <p:nvPr/>
        </p:nvGrpSpPr>
        <p:grpSpPr>
          <a:xfrm>
            <a:off x="1789277" y="4493341"/>
            <a:ext cx="6381995" cy="255343"/>
            <a:chOff x="2638132" y="2022105"/>
            <a:chExt cx="3455988" cy="255343"/>
          </a:xfrm>
        </p:grpSpPr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264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65" name="직사각형 264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66" name="직사각형 265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263" name="TextBox 262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67" name="그룹 266"/>
          <p:cNvGrpSpPr/>
          <p:nvPr/>
        </p:nvGrpSpPr>
        <p:grpSpPr>
          <a:xfrm>
            <a:off x="1808874" y="4633975"/>
            <a:ext cx="6381995" cy="255343"/>
            <a:chOff x="2638132" y="2022105"/>
            <a:chExt cx="3455988" cy="255343"/>
          </a:xfrm>
        </p:grpSpPr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270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72" name="직사각형 271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269" name="TextBox 268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sp>
        <p:nvSpPr>
          <p:cNvPr id="278" name="직사각형 277"/>
          <p:cNvSpPr/>
          <p:nvPr/>
        </p:nvSpPr>
        <p:spPr>
          <a:xfrm>
            <a:off x="6617668" y="3449844"/>
            <a:ext cx="164123" cy="146538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450246" y="3274515"/>
            <a:ext cx="251992" cy="230832"/>
            <a:chOff x="4867679" y="3090156"/>
            <a:chExt cx="251992" cy="230832"/>
          </a:xfrm>
        </p:grpSpPr>
        <p:sp>
          <p:nvSpPr>
            <p:cNvPr id="28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780099" y="4094101"/>
            <a:ext cx="251992" cy="230832"/>
            <a:chOff x="4867679" y="3090156"/>
            <a:chExt cx="251992" cy="230832"/>
          </a:xfrm>
        </p:grpSpPr>
        <p:sp>
          <p:nvSpPr>
            <p:cNvPr id="28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47315" y="6402077"/>
            <a:ext cx="251992" cy="230832"/>
            <a:chOff x="4867679" y="3090156"/>
            <a:chExt cx="251992" cy="230832"/>
          </a:xfrm>
        </p:grpSpPr>
        <p:sp>
          <p:nvSpPr>
            <p:cNvPr id="29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091561" y="6396394"/>
            <a:ext cx="319318" cy="230832"/>
            <a:chOff x="4834016" y="3090156"/>
            <a:chExt cx="319318" cy="230832"/>
          </a:xfrm>
        </p:grpSpPr>
        <p:sp>
          <p:nvSpPr>
            <p:cNvPr id="29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01" name="타원 300">
            <a:extLst>
              <a:ext uri="{FF2B5EF4-FFF2-40B4-BE49-F238E27FC236}">
                <a16:creationId xmlns:a16="http://schemas.microsoft.com/office/drawing/2014/main" id="{6E8B62F5-F95D-9A3C-9299-FF54BB78FF96}"/>
              </a:ext>
            </a:extLst>
          </p:cNvPr>
          <p:cNvSpPr/>
          <p:nvPr/>
        </p:nvSpPr>
        <p:spPr>
          <a:xfrm>
            <a:off x="1531019" y="2091780"/>
            <a:ext cx="192065" cy="17194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01175" y="1934817"/>
            <a:ext cx="319318" cy="230832"/>
            <a:chOff x="4834016" y="3090156"/>
            <a:chExt cx="319318" cy="230832"/>
          </a:xfrm>
        </p:grpSpPr>
        <p:sp>
          <p:nvSpPr>
            <p:cNvPr id="30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0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2" name="직사각형 101"/>
          <p:cNvSpPr/>
          <p:nvPr/>
        </p:nvSpPr>
        <p:spPr>
          <a:xfrm>
            <a:off x="7342093" y="584674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보안매체</a:t>
            </a:r>
            <a:r>
              <a:rPr lang="en-US" altLang="ko-KR" dirty="0" smtClean="0"/>
              <a:t>+ </a:t>
            </a:r>
          </a:p>
          <a:p>
            <a:pPr algn="ctr"/>
            <a:r>
              <a:rPr lang="ko-KR" altLang="en-US" dirty="0" smtClean="0"/>
              <a:t>전자서명 진행</a:t>
            </a:r>
            <a:endParaRPr lang="ko-KR" altLang="en-US" dirty="0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158389" y="545838"/>
            <a:ext cx="367408" cy="230832"/>
            <a:chOff x="4809971" y="3090156"/>
            <a:chExt cx="367408" cy="230832"/>
          </a:xfrm>
        </p:grpSpPr>
        <p:sp>
          <p:nvSpPr>
            <p:cNvPr id="10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1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전자서명으로 변경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정보 입력 추가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0" name="그룹 99"/>
          <p:cNvGrpSpPr/>
          <p:nvPr/>
        </p:nvGrpSpPr>
        <p:grpSpPr>
          <a:xfrm>
            <a:off x="319606" y="5283623"/>
            <a:ext cx="3295728" cy="524909"/>
            <a:chOff x="407988" y="5999920"/>
            <a:chExt cx="3295728" cy="524909"/>
          </a:xfrm>
        </p:grpSpPr>
        <p:sp>
          <p:nvSpPr>
            <p:cNvPr id="101" name="TextBox 100"/>
            <p:cNvSpPr txBox="1"/>
            <p:nvPr/>
          </p:nvSpPr>
          <p:spPr>
            <a:xfrm>
              <a:off x="407988" y="5999920"/>
              <a:ext cx="13067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 err="1" smtClean="0">
                  <a:solidFill>
                    <a:prstClr val="black"/>
                  </a:solidFill>
                  <a:ea typeface="맑은 고딕"/>
                </a:rPr>
                <a:t>보안수단</a:t>
              </a:r>
              <a:r>
                <a:rPr lang="en-US" altLang="ko-KR" sz="1000" b="1" spc="-150" dirty="0" smtClean="0">
                  <a:solidFill>
                    <a:prstClr val="black"/>
                  </a:solidFill>
                  <a:ea typeface="맑은 고딕"/>
                </a:rPr>
                <a:t>(OTP)</a:t>
              </a:r>
              <a:r>
                <a:rPr lang="ko-KR" altLang="en-US" sz="1000" b="1" spc="-150" dirty="0" err="1" smtClean="0">
                  <a:solidFill>
                    <a:prstClr val="black"/>
                  </a:solidFill>
                  <a:ea typeface="맑은 고딕"/>
                </a:rPr>
                <a:t>정보입력</a:t>
              </a:r>
              <a:endParaRPr lang="ko-KR" altLang="en-US" sz="10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1613354" y="6278608"/>
              <a:ext cx="2090362" cy="241543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 smtClean="0">
                  <a:solidFill>
                    <a:schemeClr val="tx1"/>
                  </a:solidFill>
                </a:rPr>
                <a:t>****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54103" y="6278608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spc="-150" dirty="0">
                  <a:solidFill>
                    <a:prstClr val="black"/>
                  </a:solidFill>
                  <a:ea typeface="맑은 고딕"/>
                </a:rPr>
                <a:t>OTP </a:t>
              </a:r>
              <a:r>
                <a:rPr lang="ko-KR" altLang="en-US" sz="1000" b="1" spc="-150" dirty="0" smtClean="0">
                  <a:solidFill>
                    <a:prstClr val="black"/>
                  </a:solidFill>
                  <a:ea typeface="맑은 고딕"/>
                </a:rPr>
                <a:t>비밀번호</a:t>
              </a:r>
              <a:endParaRPr lang="ko-KR" altLang="en-US" sz="10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pic>
        <p:nvPicPr>
          <p:cNvPr id="108" name="그림 1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533" y="5562311"/>
            <a:ext cx="209550" cy="276225"/>
          </a:xfrm>
          <a:prstGeom prst="rect">
            <a:avLst/>
          </a:prstGeom>
        </p:spPr>
      </p:pic>
      <p:cxnSp>
        <p:nvCxnSpPr>
          <p:cNvPr id="109" name="직선 연결선 108"/>
          <p:cNvCxnSpPr/>
          <p:nvPr/>
        </p:nvCxnSpPr>
        <p:spPr>
          <a:xfrm>
            <a:off x="427556" y="5947662"/>
            <a:ext cx="730885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384818" y="6026948"/>
            <a:ext cx="73515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</a:t>
            </a:r>
            <a:r>
              <a:rPr lang="en-US" altLang="ko-KR" sz="800" dirty="0" smtClean="0">
                <a:solidFill>
                  <a:srgbClr val="FF0066"/>
                </a:solidFill>
                <a:latin typeface="+mn-ea"/>
              </a:rPr>
              <a:t>OTP</a:t>
            </a:r>
            <a:r>
              <a:rPr lang="ko-KR" altLang="en-US" sz="800" dirty="0">
                <a:solidFill>
                  <a:srgbClr val="FF0066"/>
                </a:solidFill>
                <a:latin typeface="+mn-ea"/>
              </a:rPr>
              <a:t>발생기 비밀번호 </a:t>
            </a:r>
            <a:r>
              <a:rPr lang="en-US" altLang="ko-KR" sz="800" dirty="0">
                <a:solidFill>
                  <a:srgbClr val="FF0066"/>
                </a:solidFill>
                <a:latin typeface="+mn-ea"/>
              </a:rPr>
              <a:t>10</a:t>
            </a:r>
            <a:r>
              <a:rPr lang="ko-KR" altLang="en-US" sz="800" dirty="0">
                <a:solidFill>
                  <a:srgbClr val="FF0066"/>
                </a:solidFill>
                <a:latin typeface="+mn-ea"/>
              </a:rPr>
              <a:t>회 연속 오류 시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거래일이 달라도 해당됨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) </a:t>
            </a:r>
            <a:r>
              <a:rPr lang="ko-KR" altLang="en-US" sz="800" dirty="0" err="1">
                <a:solidFill>
                  <a:srgbClr val="666666"/>
                </a:solidFill>
                <a:latin typeface="+mn-ea"/>
              </a:rPr>
              <a:t>거래이용이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제한되며</a:t>
            </a: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, </a:t>
            </a:r>
            <a:r>
              <a:rPr lang="ko-KR" altLang="en-US" sz="800" dirty="0" err="1" smtClean="0">
                <a:solidFill>
                  <a:srgbClr val="666666"/>
                </a:solidFill>
                <a:latin typeface="+mn-ea"/>
              </a:rPr>
              <a:t>오류해제를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위하여 </a:t>
            </a:r>
            <a:r>
              <a:rPr lang="ko-KR" altLang="en-US" sz="800" dirty="0">
                <a:solidFill>
                  <a:schemeClr val="accent5"/>
                </a:solidFill>
                <a:latin typeface="+mn-ea"/>
              </a:rPr>
              <a:t>실명확인증표 등 관련서류 지참하시어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영업점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방문하셔야 합니다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 </a:t>
            </a:r>
            <a:endParaRPr lang="ko-KR" altLang="en-US" sz="800" dirty="0">
              <a:latin typeface="+mn-ea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3899083" y="5575360"/>
            <a:ext cx="25699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 </a:t>
            </a:r>
            <a:r>
              <a:rPr lang="ko-KR" altLang="en-US" sz="800" b="1" dirty="0" err="1">
                <a:solidFill>
                  <a:srgbClr val="FF0066"/>
                </a:solidFill>
                <a:latin typeface="+mn-ea"/>
              </a:rPr>
              <a:t>응답번호</a:t>
            </a:r>
            <a:r>
              <a:rPr lang="ko-KR" altLang="en-US" sz="800" b="1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rgbClr val="FF0066"/>
                </a:solidFill>
                <a:latin typeface="+mn-ea"/>
              </a:rPr>
              <a:t>6</a:t>
            </a:r>
            <a:r>
              <a:rPr lang="ko-KR" altLang="en-US" sz="800" b="1" dirty="0">
                <a:solidFill>
                  <a:srgbClr val="FF0066"/>
                </a:solidFill>
                <a:latin typeface="+mn-ea"/>
              </a:rPr>
              <a:t>자리를 입력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하여 주십시오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</a:t>
            </a:r>
            <a:endParaRPr lang="ko-KR" altLang="en-US" sz="800" dirty="0">
              <a:solidFill>
                <a:srgbClr val="66666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797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4637672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1.4.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일반계좌권한설정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7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일반계좌권한설정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일반계좌권한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696022"/>
              </p:ext>
            </p:extLst>
          </p:nvPr>
        </p:nvGraphicFramePr>
        <p:xfrm>
          <a:off x="9822663" y="540019"/>
          <a:ext cx="2195166" cy="46258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일반계좌의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권한정보를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가져온다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입출금계좌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사용자명과 아이디를 보여주는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셀렉트박스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없는경우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부서명과 직위를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기업정보를 표시하는 영역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전체로 표시하고 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사용자가 회사를 선택할 수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있도록한다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사용자가 가지고 있는 회사만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선택가능하도록 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 개의 업체만 설정된 사용자는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드롭박스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대신 텍스트로 표시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3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계좌구분에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따른 목록을 보여준다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“2”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따른 회사에 포함된 모든 계좌를 표시한다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725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해당 계좌를 조회할 수 있는 권한을 제공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해당 계좌의 이체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 업무 권한을 제공한다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“3”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은 자동선택되도록 하고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“3”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선택을 변경할 수 없도록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변경된 일반계좌권한을 저장하기 위해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전자서명을 호출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목록 화면으로 이동한다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입출금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계좌권한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해제 시 해당 입출금계좌에 대한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설정도 함께 제외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입출금계좌권한 추가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시예는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설정은 적용하지 않는다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사용자가 직접 선택하도록 처리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3513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8134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29159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304059" y="819419"/>
            <a:ext cx="1066959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일반계좌권한설정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677512"/>
              </p:ext>
            </p:extLst>
          </p:nvPr>
        </p:nvGraphicFramePr>
        <p:xfrm>
          <a:off x="9822664" y="6423074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427151" y="1055409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503320"/>
              </p:ext>
            </p:extLst>
          </p:nvPr>
        </p:nvGraphicFramePr>
        <p:xfrm>
          <a:off x="422373" y="1394140"/>
          <a:ext cx="7821726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05537" y="1427114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%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</a:rPr>
              <a:t>%(%</a:t>
            </a:r>
            <a:r>
              <a:rPr lang="ko-KR" altLang="en-US" sz="900" dirty="0" smtClean="0">
                <a:solidFill>
                  <a:schemeClr val="tx1"/>
                </a:solidFill>
              </a:rPr>
              <a:t>아이디</a:t>
            </a:r>
            <a:r>
              <a:rPr lang="en-US" altLang="ko-KR" sz="900" dirty="0" smtClean="0">
                <a:solidFill>
                  <a:schemeClr val="tx1"/>
                </a:solidFill>
              </a:rPr>
              <a:t>%)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05392" y="2932153"/>
            <a:ext cx="975588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일반계좌권한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38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364692" y="6449512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239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454832" y="6446659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목록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68501" y="1404915"/>
            <a:ext cx="251992" cy="230832"/>
            <a:chOff x="4867678" y="3090156"/>
            <a:chExt cx="251992" cy="230832"/>
          </a:xfrm>
        </p:grpSpPr>
        <p:sp>
          <p:nvSpPr>
            <p:cNvPr id="24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314019" y="6416975"/>
            <a:ext cx="251992" cy="230832"/>
            <a:chOff x="4867679" y="3090156"/>
            <a:chExt cx="251992" cy="230832"/>
          </a:xfrm>
        </p:grpSpPr>
        <p:sp>
          <p:nvSpPr>
            <p:cNvPr id="29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391928" y="6411292"/>
            <a:ext cx="251992" cy="230832"/>
            <a:chOff x="4867679" y="3090156"/>
            <a:chExt cx="251992" cy="230832"/>
          </a:xfrm>
        </p:grpSpPr>
        <p:sp>
          <p:nvSpPr>
            <p:cNvPr id="29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BA67802-1380-59F1-EE26-BFBAD1FB3F05}"/>
              </a:ext>
            </a:extLst>
          </p:cNvPr>
          <p:cNvSpPr/>
          <p:nvPr/>
        </p:nvSpPr>
        <p:spPr>
          <a:xfrm>
            <a:off x="426104" y="3216364"/>
            <a:ext cx="1562113" cy="299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입출금계좌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61F6ABC-0D27-255A-3D01-7335E0C004DF}"/>
              </a:ext>
            </a:extLst>
          </p:cNvPr>
          <p:cNvSpPr/>
          <p:nvPr/>
        </p:nvSpPr>
        <p:spPr>
          <a:xfrm>
            <a:off x="1988217" y="3216364"/>
            <a:ext cx="1565844" cy="29954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예적금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신탁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5EAB47EF-6949-8E4D-3BA3-BF3B493B0AB0}"/>
              </a:ext>
            </a:extLst>
          </p:cNvPr>
          <p:cNvSpPr/>
          <p:nvPr/>
        </p:nvSpPr>
        <p:spPr>
          <a:xfrm>
            <a:off x="3550330" y="3216364"/>
            <a:ext cx="1565844" cy="29954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외화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59AAB3B-9322-E0BA-4972-2ECC47ACF97B}"/>
              </a:ext>
            </a:extLst>
          </p:cNvPr>
          <p:cNvSpPr/>
          <p:nvPr/>
        </p:nvSpPr>
        <p:spPr>
          <a:xfrm>
            <a:off x="5112443" y="3216364"/>
            <a:ext cx="1565844" cy="29954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펀드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06" name="표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069918"/>
              </p:ext>
            </p:extLst>
          </p:nvPr>
        </p:nvGraphicFramePr>
        <p:xfrm>
          <a:off x="413251" y="3572988"/>
          <a:ext cx="7808102" cy="1623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179">
                  <a:extLst>
                    <a:ext uri="{9D8B030D-6E8A-4147-A177-3AD203B41FA5}">
                      <a16:colId xmlns:a16="http://schemas.microsoft.com/office/drawing/2014/main" val="4241631486"/>
                    </a:ext>
                  </a:extLst>
                </a:gridCol>
                <a:gridCol w="1160544">
                  <a:extLst>
                    <a:ext uri="{9D8B030D-6E8A-4147-A177-3AD203B41FA5}">
                      <a16:colId xmlns:a16="http://schemas.microsoft.com/office/drawing/2014/main" val="812853395"/>
                    </a:ext>
                  </a:extLst>
                </a:gridCol>
                <a:gridCol w="974245">
                  <a:extLst>
                    <a:ext uri="{9D8B030D-6E8A-4147-A177-3AD203B41FA5}">
                      <a16:colId xmlns:a16="http://schemas.microsoft.com/office/drawing/2014/main" val="530730741"/>
                    </a:ext>
                  </a:extLst>
                </a:gridCol>
                <a:gridCol w="2273153">
                  <a:extLst>
                    <a:ext uri="{9D8B030D-6E8A-4147-A177-3AD203B41FA5}">
                      <a16:colId xmlns:a16="http://schemas.microsoft.com/office/drawing/2014/main" val="1598800186"/>
                    </a:ext>
                  </a:extLst>
                </a:gridCol>
                <a:gridCol w="658127">
                  <a:extLst>
                    <a:ext uri="{9D8B030D-6E8A-4147-A177-3AD203B41FA5}">
                      <a16:colId xmlns:a16="http://schemas.microsoft.com/office/drawing/2014/main" val="1375314488"/>
                    </a:ext>
                  </a:extLst>
                </a:gridCol>
                <a:gridCol w="762854">
                  <a:extLst>
                    <a:ext uri="{9D8B030D-6E8A-4147-A177-3AD203B41FA5}">
                      <a16:colId xmlns:a16="http://schemas.microsoft.com/office/drawing/2014/main" val="1655531780"/>
                    </a:ext>
                  </a:extLst>
                </a:gridCol>
              </a:tblGrid>
              <a:tr h="21408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계좌번호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예금주명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계좌등록구분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계좌관리명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권한구분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089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조회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이체</a:t>
                      </a:r>
                      <a:r>
                        <a:rPr lang="en-US" altLang="ko-KR" sz="9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해지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075749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O68-II-OOOOOO-I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㈜</a:t>
                      </a:r>
                      <a:r>
                        <a:rPr lang="ko-KR" altLang="en-US" sz="900" dirty="0" err="1" smtClean="0"/>
                        <a:t>부산솔루션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출금용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 smtClean="0"/>
                        <a:t>범내골커피</a:t>
                      </a:r>
                      <a:r>
                        <a:rPr lang="ko-KR" altLang="en-US" sz="900" dirty="0" smtClean="0"/>
                        <a:t> 경비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7262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O68-II-OOOOOO-2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㈜</a:t>
                      </a:r>
                      <a:r>
                        <a:rPr lang="ko-KR" altLang="en-US" sz="900" dirty="0" err="1" smtClean="0"/>
                        <a:t>부산솔루션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출금용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 smtClean="0"/>
                        <a:t>범내골커피</a:t>
                      </a:r>
                      <a:r>
                        <a:rPr lang="ko-KR" altLang="en-US" sz="900" dirty="0" smtClean="0"/>
                        <a:t> 급여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4019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O68-II-OOOOOO-3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㈜</a:t>
                      </a:r>
                      <a:r>
                        <a:rPr lang="ko-KR" altLang="en-US" sz="900" dirty="0" err="1" smtClean="0"/>
                        <a:t>부산솔루션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출금용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27641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O68-II-OOOOOO-4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㈜</a:t>
                      </a:r>
                      <a:r>
                        <a:rPr lang="ko-KR" altLang="en-US" sz="900" dirty="0" err="1" smtClean="0"/>
                        <a:t>부산솔루션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-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76370"/>
                  </a:ext>
                </a:extLst>
              </a:tr>
            </a:tbl>
          </a:graphicData>
        </a:graphic>
      </p:graphicFrame>
      <p:sp>
        <p:nvSpPr>
          <p:cNvPr id="107" name="직사각형 106"/>
          <p:cNvSpPr/>
          <p:nvPr/>
        </p:nvSpPr>
        <p:spPr>
          <a:xfrm>
            <a:off x="7043829" y="4162744"/>
            <a:ext cx="164123" cy="1465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7786108" y="4162744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7043829" y="4420651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7786108" y="4420651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7043829" y="4684533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7786108" y="4684533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7043829" y="4952992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7786108" y="4952992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68073" y="3174323"/>
            <a:ext cx="251992" cy="230832"/>
            <a:chOff x="4867679" y="3090156"/>
            <a:chExt cx="251992" cy="230832"/>
          </a:xfrm>
        </p:grpSpPr>
        <p:sp>
          <p:nvSpPr>
            <p:cNvPr id="11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861925" y="4015791"/>
            <a:ext cx="251992" cy="230832"/>
            <a:chOff x="4867679" y="3090156"/>
            <a:chExt cx="251992" cy="230832"/>
          </a:xfrm>
        </p:grpSpPr>
        <p:sp>
          <p:nvSpPr>
            <p:cNvPr id="11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512977" y="4015791"/>
            <a:ext cx="251992" cy="230832"/>
            <a:chOff x="4867679" y="3090156"/>
            <a:chExt cx="251992" cy="230832"/>
          </a:xfrm>
        </p:grpSpPr>
        <p:sp>
          <p:nvSpPr>
            <p:cNvPr id="12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10793" y="1701631"/>
            <a:ext cx="367408" cy="230832"/>
            <a:chOff x="4809970" y="3090156"/>
            <a:chExt cx="367408" cy="230832"/>
          </a:xfrm>
        </p:grpSpPr>
        <p:sp>
          <p:nvSpPr>
            <p:cNvPr id="5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58" name="직사각형 57"/>
          <p:cNvSpPr/>
          <p:nvPr/>
        </p:nvSpPr>
        <p:spPr>
          <a:xfrm>
            <a:off x="9794307" y="5607786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보안매체</a:t>
            </a:r>
            <a:r>
              <a:rPr lang="en-US" altLang="ko-KR" dirty="0" smtClean="0"/>
              <a:t>+ </a:t>
            </a:r>
          </a:p>
          <a:p>
            <a:pPr algn="ctr"/>
            <a:r>
              <a:rPr lang="ko-KR" altLang="en-US" dirty="0" smtClean="0"/>
              <a:t>전자서명 진행</a:t>
            </a:r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668810" y="5466369"/>
            <a:ext cx="367408" cy="230832"/>
            <a:chOff x="4809971" y="3090156"/>
            <a:chExt cx="367408" cy="230832"/>
          </a:xfrm>
        </p:grpSpPr>
        <p:sp>
          <p:nvSpPr>
            <p:cNvPr id="6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1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485148" y="2466484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smtClean="0">
                <a:solidFill>
                  <a:prstClr val="black"/>
                </a:solidFill>
                <a:ea typeface="맑은 고딕"/>
              </a:rPr>
              <a:t>회사명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301498" y="2466484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err="1">
                <a:solidFill>
                  <a:prstClr val="black"/>
                </a:solidFill>
                <a:ea typeface="맑은 고딕"/>
              </a:rPr>
              <a:t>사업자번호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cxnSp>
        <p:nvCxnSpPr>
          <p:cNvPr id="100" name="직선 연결선 99"/>
          <p:cNvCxnSpPr/>
          <p:nvPr/>
        </p:nvCxnSpPr>
        <p:spPr>
          <a:xfrm>
            <a:off x="593098" y="2787623"/>
            <a:ext cx="7788747" cy="4412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949198" y="246648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prstClr val="black"/>
                </a:solidFill>
                <a:ea typeface="맑은 고딕"/>
              </a:rPr>
              <a:t>604-81-04753</a:t>
            </a:r>
            <a:endParaRPr lang="ko-KR" altLang="en-US" sz="1000" spc="-150" dirty="0">
              <a:solidFill>
                <a:prstClr val="black"/>
              </a:solidFill>
              <a:ea typeface="맑은 고딕"/>
            </a:endParaRPr>
          </a:p>
        </p:txBody>
      </p:sp>
      <p:cxnSp>
        <p:nvCxnSpPr>
          <p:cNvPr id="125" name="직선 연결선 124"/>
          <p:cNvCxnSpPr/>
          <p:nvPr/>
        </p:nvCxnSpPr>
        <p:spPr>
          <a:xfrm flipV="1">
            <a:off x="593098" y="2373451"/>
            <a:ext cx="7803401" cy="663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725385" y="2432245"/>
            <a:ext cx="18053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  <a:ea typeface="맑은 고딕"/>
              </a:rPr>
              <a:t>*</a:t>
            </a:r>
            <a:r>
              <a:rPr lang="ko-KR" altLang="en-US" sz="800" dirty="0" err="1" smtClean="0">
                <a:solidFill>
                  <a:srgbClr val="FF0000"/>
                </a:solidFill>
                <a:ea typeface="맑은 고딕"/>
              </a:rPr>
              <a:t>사업자번호</a:t>
            </a:r>
            <a:endParaRPr lang="en-US" altLang="ko-KR" sz="800" dirty="0" smtClean="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800" dirty="0" smtClean="0">
                <a:solidFill>
                  <a:srgbClr val="FF0000"/>
                </a:solidFill>
                <a:ea typeface="맑은 고딕"/>
              </a:rPr>
              <a:t> 회사명이 전체인 경우는 표시 안함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1133444" y="2464711"/>
            <a:ext cx="2090362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>
                <a:solidFill>
                  <a:schemeClr val="tx1"/>
                </a:solidFill>
              </a:rPr>
              <a:t>전체                      </a:t>
            </a:r>
            <a:r>
              <a:rPr lang="en-US" altLang="ko-KR" sz="1000" dirty="0" smtClean="0">
                <a:solidFill>
                  <a:schemeClr val="tx1"/>
                </a:solidFill>
              </a:rPr>
              <a:t>   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</a:rPr>
              <a:t>        </a:t>
            </a:r>
            <a:r>
              <a:rPr lang="ko-KR" altLang="en-US" sz="1000" dirty="0">
                <a:solidFill>
                  <a:schemeClr val="tx1"/>
                </a:solidFill>
              </a:rPr>
              <a:t>▽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351615" y="2061108"/>
            <a:ext cx="8165199" cy="75499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TextBox 135"/>
          <p:cNvSpPr txBox="1"/>
          <p:nvPr/>
        </p:nvSpPr>
        <p:spPr>
          <a:xfrm>
            <a:off x="429384" y="211873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기업정보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138" name="그룹 137"/>
          <p:cNvGrpSpPr/>
          <p:nvPr/>
        </p:nvGrpSpPr>
        <p:grpSpPr>
          <a:xfrm>
            <a:off x="225619" y="1920951"/>
            <a:ext cx="251992" cy="230832"/>
            <a:chOff x="3129372" y="4365104"/>
            <a:chExt cx="251992" cy="230832"/>
          </a:xfrm>
        </p:grpSpPr>
        <p:sp>
          <p:nvSpPr>
            <p:cNvPr id="13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3141851" y="4367010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4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3129372" y="4365104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946656" y="2335623"/>
            <a:ext cx="367408" cy="230832"/>
            <a:chOff x="3071664" y="4365104"/>
            <a:chExt cx="367408" cy="230832"/>
          </a:xfrm>
        </p:grpSpPr>
        <p:sp>
          <p:nvSpPr>
            <p:cNvPr id="14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3141851" y="4367010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4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3071664" y="4365104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전자서명으로 변경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정보 입력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1" name="그룹 80"/>
          <p:cNvGrpSpPr/>
          <p:nvPr/>
        </p:nvGrpSpPr>
        <p:grpSpPr>
          <a:xfrm>
            <a:off x="369308" y="5162397"/>
            <a:ext cx="3295728" cy="524909"/>
            <a:chOff x="407988" y="5999920"/>
            <a:chExt cx="3295728" cy="524909"/>
          </a:xfrm>
        </p:grpSpPr>
        <p:sp>
          <p:nvSpPr>
            <p:cNvPr id="82" name="TextBox 81"/>
            <p:cNvSpPr txBox="1"/>
            <p:nvPr/>
          </p:nvSpPr>
          <p:spPr>
            <a:xfrm>
              <a:off x="407988" y="5999920"/>
              <a:ext cx="14414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prstClr val="black"/>
                  </a:solidFill>
                  <a:ea typeface="맑은 고딕"/>
                </a:rPr>
                <a:t>■ </a:t>
              </a:r>
              <a:r>
                <a:rPr lang="ko-KR" altLang="en-US" sz="1000" b="1" spc="-150" dirty="0" err="1" smtClean="0">
                  <a:solidFill>
                    <a:prstClr val="black"/>
                  </a:solidFill>
                  <a:ea typeface="맑은 고딕"/>
                </a:rPr>
                <a:t>보안수단</a:t>
              </a:r>
              <a:r>
                <a:rPr lang="en-US" altLang="ko-KR" sz="1000" b="1" spc="-150" dirty="0" smtClean="0">
                  <a:solidFill>
                    <a:prstClr val="black"/>
                  </a:solidFill>
                  <a:ea typeface="맑은 고딕"/>
                </a:rPr>
                <a:t>(OTP)</a:t>
              </a:r>
              <a:r>
                <a:rPr lang="ko-KR" altLang="en-US" sz="1000" b="1" spc="-150" dirty="0" err="1" smtClean="0">
                  <a:solidFill>
                    <a:prstClr val="black"/>
                  </a:solidFill>
                  <a:ea typeface="맑은 고딕"/>
                </a:rPr>
                <a:t>정보입력</a:t>
              </a:r>
              <a:endParaRPr lang="ko-KR" altLang="en-US" sz="10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83" name="모서리가 둥근 직사각형 82"/>
            <p:cNvSpPr/>
            <p:nvPr/>
          </p:nvSpPr>
          <p:spPr>
            <a:xfrm>
              <a:off x="1613354" y="6278608"/>
              <a:ext cx="2090362" cy="241543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 smtClean="0">
                  <a:solidFill>
                    <a:schemeClr val="tx1"/>
                  </a:solidFill>
                </a:rPr>
                <a:t>****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54103" y="6278608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spc="-150" dirty="0">
                  <a:solidFill>
                    <a:prstClr val="black"/>
                  </a:solidFill>
                  <a:ea typeface="맑은 고딕"/>
                </a:rPr>
                <a:t>OTP </a:t>
              </a:r>
              <a:r>
                <a:rPr lang="ko-KR" altLang="en-US" sz="1000" b="1" spc="-150" dirty="0" smtClean="0">
                  <a:solidFill>
                    <a:prstClr val="black"/>
                  </a:solidFill>
                  <a:ea typeface="맑은 고딕"/>
                </a:rPr>
                <a:t>비밀번호</a:t>
              </a:r>
              <a:endParaRPr lang="ko-KR" altLang="en-US" sz="10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pic>
        <p:nvPicPr>
          <p:cNvPr id="85" name="그림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235" y="5441085"/>
            <a:ext cx="209550" cy="276225"/>
          </a:xfrm>
          <a:prstGeom prst="rect">
            <a:avLst/>
          </a:prstGeom>
        </p:spPr>
      </p:pic>
      <p:cxnSp>
        <p:nvCxnSpPr>
          <p:cNvPr id="89" name="직선 연결선 88"/>
          <p:cNvCxnSpPr/>
          <p:nvPr/>
        </p:nvCxnSpPr>
        <p:spPr>
          <a:xfrm>
            <a:off x="477258" y="5826436"/>
            <a:ext cx="730885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434520" y="5905722"/>
            <a:ext cx="73515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</a:t>
            </a:r>
            <a:r>
              <a:rPr lang="en-US" altLang="ko-KR" sz="800" dirty="0" smtClean="0">
                <a:solidFill>
                  <a:srgbClr val="FF0066"/>
                </a:solidFill>
                <a:latin typeface="+mn-ea"/>
              </a:rPr>
              <a:t>OTP</a:t>
            </a:r>
            <a:r>
              <a:rPr lang="ko-KR" altLang="en-US" sz="800" dirty="0">
                <a:solidFill>
                  <a:srgbClr val="FF0066"/>
                </a:solidFill>
                <a:latin typeface="+mn-ea"/>
              </a:rPr>
              <a:t>발생기 비밀번호 </a:t>
            </a:r>
            <a:r>
              <a:rPr lang="en-US" altLang="ko-KR" sz="800" dirty="0">
                <a:solidFill>
                  <a:srgbClr val="FF0066"/>
                </a:solidFill>
                <a:latin typeface="+mn-ea"/>
              </a:rPr>
              <a:t>10</a:t>
            </a:r>
            <a:r>
              <a:rPr lang="ko-KR" altLang="en-US" sz="800" dirty="0">
                <a:solidFill>
                  <a:srgbClr val="FF0066"/>
                </a:solidFill>
                <a:latin typeface="+mn-ea"/>
              </a:rPr>
              <a:t>회 연속 오류 시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거래일이 달라도 해당됨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) </a:t>
            </a:r>
            <a:r>
              <a:rPr lang="ko-KR" altLang="en-US" sz="800" dirty="0" err="1">
                <a:solidFill>
                  <a:srgbClr val="666666"/>
                </a:solidFill>
                <a:latin typeface="+mn-ea"/>
              </a:rPr>
              <a:t>거래이용이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제한되며</a:t>
            </a: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, </a:t>
            </a:r>
            <a:r>
              <a:rPr lang="ko-KR" altLang="en-US" sz="800" dirty="0" err="1" smtClean="0">
                <a:solidFill>
                  <a:srgbClr val="666666"/>
                </a:solidFill>
                <a:latin typeface="+mn-ea"/>
              </a:rPr>
              <a:t>오류해제를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위하여 </a:t>
            </a:r>
            <a:r>
              <a:rPr lang="ko-KR" altLang="en-US" sz="800" dirty="0">
                <a:solidFill>
                  <a:schemeClr val="accent5"/>
                </a:solidFill>
                <a:latin typeface="+mn-ea"/>
              </a:rPr>
              <a:t>실명확인증표 등 관련서류 지참하시어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영업점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방문하셔야 합니다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 </a:t>
            </a:r>
            <a:endParaRPr lang="ko-KR" altLang="en-US" sz="800" dirty="0">
              <a:latin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948785" y="5454134"/>
            <a:ext cx="25699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 </a:t>
            </a:r>
            <a:r>
              <a:rPr lang="ko-KR" altLang="en-US" sz="800" b="1" dirty="0" err="1">
                <a:solidFill>
                  <a:srgbClr val="FF0066"/>
                </a:solidFill>
                <a:latin typeface="+mn-ea"/>
              </a:rPr>
              <a:t>응답번호</a:t>
            </a:r>
            <a:r>
              <a:rPr lang="ko-KR" altLang="en-US" sz="800" b="1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rgbClr val="FF0066"/>
                </a:solidFill>
                <a:latin typeface="+mn-ea"/>
              </a:rPr>
              <a:t>6</a:t>
            </a:r>
            <a:r>
              <a:rPr lang="ko-KR" altLang="en-US" sz="800" b="1" dirty="0">
                <a:solidFill>
                  <a:srgbClr val="FF0066"/>
                </a:solidFill>
                <a:latin typeface="+mn-ea"/>
              </a:rPr>
              <a:t>자리를 입력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하여 주십시오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</a:t>
            </a:r>
            <a:endParaRPr lang="ko-KR" altLang="en-US" sz="800" dirty="0">
              <a:solidFill>
                <a:srgbClr val="66666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57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일반계좌권한설정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일반계좌권한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056736"/>
              </p:ext>
            </p:extLst>
          </p:nvPr>
        </p:nvGraphicFramePr>
        <p:xfrm>
          <a:off x="9822663" y="540019"/>
          <a:ext cx="2195166" cy="11968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 기업의 경우 화면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 기업인 경우 저장 버튼 대신 결재요청버튼을 제공하고 상호점검대상자에게 결재를 요청한다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8134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29159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304059" y="819419"/>
            <a:ext cx="1066959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일반계좌권한설정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423074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427151" y="1055409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422373" y="1394140"/>
          <a:ext cx="7821726" cy="63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05537" y="1427114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%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</a:rPr>
              <a:t>%(%</a:t>
            </a:r>
            <a:r>
              <a:rPr lang="ko-KR" altLang="en-US" sz="900" dirty="0" smtClean="0">
                <a:solidFill>
                  <a:schemeClr val="tx1"/>
                </a:solidFill>
              </a:rPr>
              <a:t>아이디</a:t>
            </a:r>
            <a:r>
              <a:rPr lang="en-US" altLang="ko-KR" sz="900" dirty="0" smtClean="0">
                <a:solidFill>
                  <a:schemeClr val="tx1"/>
                </a:solidFill>
              </a:rPr>
              <a:t>%)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05392" y="2932153"/>
            <a:ext cx="975588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일반계좌권한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38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326497" y="5517791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 smtClean="0">
                <a:solidFill>
                  <a:schemeClr val="bg1"/>
                </a:solidFill>
              </a:rPr>
              <a:t>결재요청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239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416637" y="5514938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목록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BA67802-1380-59F1-EE26-BFBAD1FB3F05}"/>
              </a:ext>
            </a:extLst>
          </p:cNvPr>
          <p:cNvSpPr/>
          <p:nvPr/>
        </p:nvSpPr>
        <p:spPr>
          <a:xfrm>
            <a:off x="426104" y="3216364"/>
            <a:ext cx="1562113" cy="299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입출금계좌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61F6ABC-0D27-255A-3D01-7335E0C004DF}"/>
              </a:ext>
            </a:extLst>
          </p:cNvPr>
          <p:cNvSpPr/>
          <p:nvPr/>
        </p:nvSpPr>
        <p:spPr>
          <a:xfrm>
            <a:off x="1988217" y="3216364"/>
            <a:ext cx="1565844" cy="29954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예적금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신탁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5EAB47EF-6949-8E4D-3BA3-BF3B493B0AB0}"/>
              </a:ext>
            </a:extLst>
          </p:cNvPr>
          <p:cNvSpPr/>
          <p:nvPr/>
        </p:nvSpPr>
        <p:spPr>
          <a:xfrm>
            <a:off x="3550330" y="3216364"/>
            <a:ext cx="1565844" cy="29954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외화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59AAB3B-9322-E0BA-4972-2ECC47ACF97B}"/>
              </a:ext>
            </a:extLst>
          </p:cNvPr>
          <p:cNvSpPr/>
          <p:nvPr/>
        </p:nvSpPr>
        <p:spPr>
          <a:xfrm>
            <a:off x="5112443" y="3216364"/>
            <a:ext cx="1565844" cy="29954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펀드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06" name="표 105"/>
          <p:cNvGraphicFramePr>
            <a:graphicFrameLocks noGrp="1"/>
          </p:cNvGraphicFramePr>
          <p:nvPr>
            <p:extLst/>
          </p:nvPr>
        </p:nvGraphicFramePr>
        <p:xfrm>
          <a:off x="413251" y="3572988"/>
          <a:ext cx="7808102" cy="1623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179">
                  <a:extLst>
                    <a:ext uri="{9D8B030D-6E8A-4147-A177-3AD203B41FA5}">
                      <a16:colId xmlns:a16="http://schemas.microsoft.com/office/drawing/2014/main" val="4241631486"/>
                    </a:ext>
                  </a:extLst>
                </a:gridCol>
                <a:gridCol w="1160544">
                  <a:extLst>
                    <a:ext uri="{9D8B030D-6E8A-4147-A177-3AD203B41FA5}">
                      <a16:colId xmlns:a16="http://schemas.microsoft.com/office/drawing/2014/main" val="812853395"/>
                    </a:ext>
                  </a:extLst>
                </a:gridCol>
                <a:gridCol w="974245">
                  <a:extLst>
                    <a:ext uri="{9D8B030D-6E8A-4147-A177-3AD203B41FA5}">
                      <a16:colId xmlns:a16="http://schemas.microsoft.com/office/drawing/2014/main" val="530730741"/>
                    </a:ext>
                  </a:extLst>
                </a:gridCol>
                <a:gridCol w="2273153">
                  <a:extLst>
                    <a:ext uri="{9D8B030D-6E8A-4147-A177-3AD203B41FA5}">
                      <a16:colId xmlns:a16="http://schemas.microsoft.com/office/drawing/2014/main" val="1598800186"/>
                    </a:ext>
                  </a:extLst>
                </a:gridCol>
                <a:gridCol w="658127">
                  <a:extLst>
                    <a:ext uri="{9D8B030D-6E8A-4147-A177-3AD203B41FA5}">
                      <a16:colId xmlns:a16="http://schemas.microsoft.com/office/drawing/2014/main" val="1375314488"/>
                    </a:ext>
                  </a:extLst>
                </a:gridCol>
                <a:gridCol w="762854">
                  <a:extLst>
                    <a:ext uri="{9D8B030D-6E8A-4147-A177-3AD203B41FA5}">
                      <a16:colId xmlns:a16="http://schemas.microsoft.com/office/drawing/2014/main" val="1655531780"/>
                    </a:ext>
                  </a:extLst>
                </a:gridCol>
              </a:tblGrid>
              <a:tr h="21408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계좌번호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예금주명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계좌등록구분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계좌관리명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권한구분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089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조회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이체</a:t>
                      </a:r>
                      <a:r>
                        <a:rPr lang="en-US" altLang="ko-KR" sz="9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해지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075749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O68-II-OOOOOO-I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㈜</a:t>
                      </a:r>
                      <a:r>
                        <a:rPr lang="ko-KR" altLang="en-US" sz="900" dirty="0" err="1" smtClean="0"/>
                        <a:t>부산솔루션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출금용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 smtClean="0"/>
                        <a:t>범내골커피</a:t>
                      </a:r>
                      <a:r>
                        <a:rPr lang="ko-KR" altLang="en-US" sz="900" dirty="0" smtClean="0"/>
                        <a:t> 경비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7262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O68-II-OOOOOO-2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㈜</a:t>
                      </a:r>
                      <a:r>
                        <a:rPr lang="ko-KR" altLang="en-US" sz="900" dirty="0" err="1" smtClean="0"/>
                        <a:t>부산솔루션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출금용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 smtClean="0"/>
                        <a:t>범내골커피</a:t>
                      </a:r>
                      <a:r>
                        <a:rPr lang="ko-KR" altLang="en-US" sz="900" dirty="0" smtClean="0"/>
                        <a:t> 급여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4019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O68-II-OOOOOO-3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㈜</a:t>
                      </a:r>
                      <a:r>
                        <a:rPr lang="ko-KR" altLang="en-US" sz="900" dirty="0" err="1" smtClean="0"/>
                        <a:t>부산솔루션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출금용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27641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O68-II-OOOOOO-4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㈜</a:t>
                      </a:r>
                      <a:r>
                        <a:rPr lang="ko-KR" altLang="en-US" sz="900" dirty="0" err="1" smtClean="0"/>
                        <a:t>부산솔루션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-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76370"/>
                  </a:ext>
                </a:extLst>
              </a:tr>
            </a:tbl>
          </a:graphicData>
        </a:graphic>
      </p:graphicFrame>
      <p:sp>
        <p:nvSpPr>
          <p:cNvPr id="107" name="직사각형 106"/>
          <p:cNvSpPr/>
          <p:nvPr/>
        </p:nvSpPr>
        <p:spPr>
          <a:xfrm>
            <a:off x="7043829" y="4162744"/>
            <a:ext cx="164123" cy="1465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7786108" y="4162744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7043829" y="4420651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7786108" y="4420651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7043829" y="4684533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7786108" y="4684533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7043829" y="4952992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7786108" y="4952992"/>
            <a:ext cx="164123" cy="146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85148" y="2466484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smtClean="0">
                <a:solidFill>
                  <a:prstClr val="black"/>
                </a:solidFill>
                <a:ea typeface="맑은 고딕"/>
              </a:rPr>
              <a:t>회사명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301498" y="2466484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err="1">
                <a:solidFill>
                  <a:prstClr val="black"/>
                </a:solidFill>
                <a:ea typeface="맑은 고딕"/>
              </a:rPr>
              <a:t>사업자번호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cxnSp>
        <p:nvCxnSpPr>
          <p:cNvPr id="100" name="직선 연결선 99"/>
          <p:cNvCxnSpPr/>
          <p:nvPr/>
        </p:nvCxnSpPr>
        <p:spPr>
          <a:xfrm>
            <a:off x="593098" y="2787623"/>
            <a:ext cx="7788747" cy="4412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949198" y="246648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prstClr val="black"/>
                </a:solidFill>
                <a:ea typeface="맑은 고딕"/>
              </a:rPr>
              <a:t>604-81-04753</a:t>
            </a:r>
            <a:endParaRPr lang="ko-KR" altLang="en-US" sz="1000" spc="-150" dirty="0">
              <a:solidFill>
                <a:prstClr val="black"/>
              </a:solidFill>
              <a:ea typeface="맑은 고딕"/>
            </a:endParaRPr>
          </a:p>
        </p:txBody>
      </p:sp>
      <p:cxnSp>
        <p:nvCxnSpPr>
          <p:cNvPr id="125" name="직선 연결선 124"/>
          <p:cNvCxnSpPr/>
          <p:nvPr/>
        </p:nvCxnSpPr>
        <p:spPr>
          <a:xfrm flipV="1">
            <a:off x="593098" y="2373451"/>
            <a:ext cx="7803401" cy="663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725385" y="2432245"/>
            <a:ext cx="18053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  <a:ea typeface="맑은 고딕"/>
              </a:rPr>
              <a:t>*</a:t>
            </a:r>
            <a:r>
              <a:rPr lang="ko-KR" altLang="en-US" sz="800" dirty="0" err="1" smtClean="0">
                <a:solidFill>
                  <a:srgbClr val="FF0000"/>
                </a:solidFill>
                <a:ea typeface="맑은 고딕"/>
              </a:rPr>
              <a:t>사업자번호</a:t>
            </a:r>
            <a:endParaRPr lang="en-US" altLang="ko-KR" sz="800" dirty="0" smtClean="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800" dirty="0" smtClean="0">
                <a:solidFill>
                  <a:srgbClr val="FF0000"/>
                </a:solidFill>
                <a:ea typeface="맑은 고딕"/>
              </a:rPr>
              <a:t> 회사명이 전체인 경우는 표시 안함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1133444" y="2464711"/>
            <a:ext cx="2090362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>
                <a:solidFill>
                  <a:schemeClr val="tx1"/>
                </a:solidFill>
              </a:rPr>
              <a:t>전체                      </a:t>
            </a:r>
            <a:r>
              <a:rPr lang="en-US" altLang="ko-KR" sz="1000" dirty="0" smtClean="0">
                <a:solidFill>
                  <a:schemeClr val="tx1"/>
                </a:solidFill>
              </a:rPr>
              <a:t>   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</a:rPr>
              <a:t>        </a:t>
            </a:r>
            <a:r>
              <a:rPr lang="ko-KR" altLang="en-US" sz="1000" dirty="0">
                <a:solidFill>
                  <a:schemeClr val="tx1"/>
                </a:solidFill>
              </a:rPr>
              <a:t>▽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9384" y="211873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기업정보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2023-04-13</a:t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상호점검사용기업은 일반계좌권한 변경 시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결재요청을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통해 변경 처리 한다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7018450" y="680111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상호점검사용기업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433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4637672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1.5.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입금계좌권한설정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38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입금계좌권한설정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3853"/>
              </p:ext>
            </p:extLst>
          </p:nvPr>
        </p:nvGraphicFramePr>
        <p:xfrm>
          <a:off x="9822663" y="540019"/>
          <a:ext cx="2195166" cy="35438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일반계좌의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권한정보를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가져온다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권한이 없는 계좌는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“6”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체크가 해제되어 표시되도록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사용자명과 아이디를 보여주는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셀렉트박스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없는경우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부서명과 직위를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지정유무를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지정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지정된 입금계좌에만 입금 가능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미지정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계좌에 입금 가능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504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 계좌를 전체 선택 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미지정일경우 선택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해제는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Disable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 계좌를 개별 선택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미지정일경우 선택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해제는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Disable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사용자목록을 볼 수 있는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입금계좌사용자목록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” 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팝업 호출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038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변경된 입금계좌권한을 저장하기 위해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전자서명을 호출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목록 화면으로 이동한다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기업권한에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영향을 받지 않는다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45642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153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08419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304059" y="819419"/>
            <a:ext cx="1066959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입금계좌권한설정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379816"/>
              </p:ext>
            </p:extLst>
          </p:nvPr>
        </p:nvGraphicFramePr>
        <p:xfrm>
          <a:off x="9822664" y="6423074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427151" y="1112053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051266"/>
              </p:ext>
            </p:extLst>
          </p:nvPr>
        </p:nvGraphicFramePr>
        <p:xfrm>
          <a:off x="428749" y="1451648"/>
          <a:ext cx="7821726" cy="882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입금계좌지정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05537" y="1483758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%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</a:rPr>
              <a:t>%(%</a:t>
            </a:r>
            <a:r>
              <a:rPr lang="ko-KR" altLang="en-US" sz="900" dirty="0" smtClean="0">
                <a:solidFill>
                  <a:schemeClr val="tx1"/>
                </a:solidFill>
              </a:rPr>
              <a:t>아이디</a:t>
            </a:r>
            <a:r>
              <a:rPr lang="en-US" altLang="ko-KR" sz="900" dirty="0" smtClean="0">
                <a:solidFill>
                  <a:schemeClr val="tx1"/>
                </a:solidFill>
              </a:rPr>
              <a:t>%)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22373" y="2532910"/>
            <a:ext cx="975588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입금계좌권한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38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289403" y="5986340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239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379543" y="5983487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목록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44988" y="1461559"/>
            <a:ext cx="251992" cy="230832"/>
            <a:chOff x="4867678" y="3090156"/>
            <a:chExt cx="251992" cy="230832"/>
          </a:xfrm>
        </p:grpSpPr>
        <p:sp>
          <p:nvSpPr>
            <p:cNvPr id="24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238730" y="5953803"/>
            <a:ext cx="251992" cy="230832"/>
            <a:chOff x="4867679" y="3090156"/>
            <a:chExt cx="251992" cy="230832"/>
          </a:xfrm>
        </p:grpSpPr>
        <p:sp>
          <p:nvSpPr>
            <p:cNvPr id="29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316639" y="5948120"/>
            <a:ext cx="251992" cy="230832"/>
            <a:chOff x="4867679" y="3090156"/>
            <a:chExt cx="251992" cy="230832"/>
          </a:xfrm>
        </p:grpSpPr>
        <p:sp>
          <p:nvSpPr>
            <p:cNvPr id="29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06" name="표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942366"/>
              </p:ext>
            </p:extLst>
          </p:nvPr>
        </p:nvGraphicFramePr>
        <p:xfrm>
          <a:off x="427719" y="2912460"/>
          <a:ext cx="7790158" cy="132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404">
                  <a:extLst>
                    <a:ext uri="{9D8B030D-6E8A-4147-A177-3AD203B41FA5}">
                      <a16:colId xmlns:a16="http://schemas.microsoft.com/office/drawing/2014/main" val="1360524769"/>
                    </a:ext>
                  </a:extLst>
                </a:gridCol>
                <a:gridCol w="1289539">
                  <a:extLst>
                    <a:ext uri="{9D8B030D-6E8A-4147-A177-3AD203B41FA5}">
                      <a16:colId xmlns:a16="http://schemas.microsoft.com/office/drawing/2014/main" val="2209094066"/>
                    </a:ext>
                  </a:extLst>
                </a:gridCol>
                <a:gridCol w="1412630">
                  <a:extLst>
                    <a:ext uri="{9D8B030D-6E8A-4147-A177-3AD203B41FA5}">
                      <a16:colId xmlns:a16="http://schemas.microsoft.com/office/drawing/2014/main" val="4241631486"/>
                    </a:ext>
                  </a:extLst>
                </a:gridCol>
                <a:gridCol w="1500554">
                  <a:extLst>
                    <a:ext uri="{9D8B030D-6E8A-4147-A177-3AD203B41FA5}">
                      <a16:colId xmlns:a16="http://schemas.microsoft.com/office/drawing/2014/main" val="812853395"/>
                    </a:ext>
                  </a:extLst>
                </a:gridCol>
                <a:gridCol w="1957754">
                  <a:extLst>
                    <a:ext uri="{9D8B030D-6E8A-4147-A177-3AD203B41FA5}">
                      <a16:colId xmlns:a16="http://schemas.microsoft.com/office/drawing/2014/main" val="1598800186"/>
                    </a:ext>
                  </a:extLst>
                </a:gridCol>
                <a:gridCol w="1131277">
                  <a:extLst>
                    <a:ext uri="{9D8B030D-6E8A-4147-A177-3AD203B41FA5}">
                      <a16:colId xmlns:a16="http://schemas.microsoft.com/office/drawing/2014/main" val="226245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입금계좌은행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계좌번호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예금주명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계좌관리명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사용자보기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08902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부산은행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O68-II-OOOOOO-I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서수한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 smtClean="0"/>
                        <a:t>범내골커피</a:t>
                      </a:r>
                      <a:r>
                        <a:rPr lang="ko-KR" altLang="en-US" sz="900" dirty="0" smtClean="0"/>
                        <a:t> 경비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7262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기업은행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O68-II-OOOOOO-2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무거북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 smtClean="0"/>
                        <a:t>범내골커피</a:t>
                      </a:r>
                      <a:r>
                        <a:rPr lang="ko-KR" altLang="en-US" sz="900" dirty="0" smtClean="0"/>
                        <a:t> 급여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4019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신한은행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O68-II-OOOOOO-3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이와두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27641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카카오뱅크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O68-II-OOOOOO-4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루미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76370"/>
                  </a:ext>
                </a:extLst>
              </a:tr>
            </a:tbl>
          </a:graphicData>
        </a:graphic>
      </p:graphicFrame>
      <p:sp>
        <p:nvSpPr>
          <p:cNvPr id="135" name="TextBox 134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842194" y="2052226"/>
            <a:ext cx="1396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지정</a:t>
            </a:r>
            <a:r>
              <a:rPr lang="en-US" altLang="ko-KR" sz="900" b="1" spc="-150" dirty="0">
                <a:solidFill>
                  <a:prstClr val="black"/>
                </a:solidFill>
                <a:latin typeface="+mn-ea"/>
              </a:rPr>
              <a:t>	</a:t>
            </a:r>
            <a:r>
              <a:rPr lang="ko-KR" altLang="en-US" sz="900" b="1" spc="-150" dirty="0" err="1">
                <a:solidFill>
                  <a:prstClr val="black"/>
                </a:solidFill>
                <a:latin typeface="+mn-ea"/>
              </a:rPr>
              <a:t>미지정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94B78744-7A4D-75A6-E498-CB3032D463D9}"/>
              </a:ext>
            </a:extLst>
          </p:cNvPr>
          <p:cNvSpPr/>
          <p:nvPr/>
        </p:nvSpPr>
        <p:spPr>
          <a:xfrm>
            <a:off x="1692914" y="210569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9DFECB22-1517-510F-E9B7-41ED5D2BCDBA}"/>
              </a:ext>
            </a:extLst>
          </p:cNvPr>
          <p:cNvSpPr/>
          <p:nvPr/>
        </p:nvSpPr>
        <p:spPr>
          <a:xfrm>
            <a:off x="2606245" y="210569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BD3BCD0B-3DF5-0D62-C389-034FA6BB4B57}"/>
              </a:ext>
            </a:extLst>
          </p:cNvPr>
          <p:cNvSpPr/>
          <p:nvPr/>
        </p:nvSpPr>
        <p:spPr>
          <a:xfrm>
            <a:off x="1731835" y="2126322"/>
            <a:ext cx="88316" cy="883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60968" y="1985957"/>
            <a:ext cx="251992" cy="230832"/>
            <a:chOff x="4867678" y="3090156"/>
            <a:chExt cx="251992" cy="230832"/>
          </a:xfrm>
        </p:grpSpPr>
        <p:sp>
          <p:nvSpPr>
            <p:cNvPr id="14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4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2" name="직사각형 151"/>
          <p:cNvSpPr/>
          <p:nvPr/>
        </p:nvSpPr>
        <p:spPr>
          <a:xfrm>
            <a:off x="586853" y="2995595"/>
            <a:ext cx="164123" cy="146538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V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585919" y="3264594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585919" y="3522326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585919" y="3773696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585919" y="4031428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7" name="모서리가 둥근 직사각형 36">
            <a:extLst>
              <a:ext uri="{FF2B5EF4-FFF2-40B4-BE49-F238E27FC236}">
                <a16:creationId xmlns:a16="http://schemas.microsoft.com/office/drawing/2014/main" id="{D2E4E988-70BB-52C6-531A-9249A0210004}"/>
              </a:ext>
            </a:extLst>
          </p:cNvPr>
          <p:cNvSpPr/>
          <p:nvPr/>
        </p:nvSpPr>
        <p:spPr>
          <a:xfrm>
            <a:off x="7213690" y="3232439"/>
            <a:ext cx="836161" cy="18836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사용자보기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8" name="모서리가 둥근 직사각형 36">
            <a:extLst>
              <a:ext uri="{FF2B5EF4-FFF2-40B4-BE49-F238E27FC236}">
                <a16:creationId xmlns:a16="http://schemas.microsoft.com/office/drawing/2014/main" id="{D2E4E988-70BB-52C6-531A-9249A0210004}"/>
              </a:ext>
            </a:extLst>
          </p:cNvPr>
          <p:cNvSpPr/>
          <p:nvPr/>
        </p:nvSpPr>
        <p:spPr>
          <a:xfrm>
            <a:off x="7213690" y="3485845"/>
            <a:ext cx="836161" cy="18836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사용자보기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9" name="모서리가 둥근 직사각형 36">
            <a:extLst>
              <a:ext uri="{FF2B5EF4-FFF2-40B4-BE49-F238E27FC236}">
                <a16:creationId xmlns:a16="http://schemas.microsoft.com/office/drawing/2014/main" id="{D2E4E988-70BB-52C6-531A-9249A0210004}"/>
              </a:ext>
            </a:extLst>
          </p:cNvPr>
          <p:cNvSpPr/>
          <p:nvPr/>
        </p:nvSpPr>
        <p:spPr>
          <a:xfrm>
            <a:off x="7213690" y="3739252"/>
            <a:ext cx="836161" cy="18836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사용자보기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36">
            <a:extLst>
              <a:ext uri="{FF2B5EF4-FFF2-40B4-BE49-F238E27FC236}">
                <a16:creationId xmlns:a16="http://schemas.microsoft.com/office/drawing/2014/main" id="{D2E4E988-70BB-52C6-531A-9249A0210004}"/>
              </a:ext>
            </a:extLst>
          </p:cNvPr>
          <p:cNvSpPr/>
          <p:nvPr/>
        </p:nvSpPr>
        <p:spPr>
          <a:xfrm>
            <a:off x="7213689" y="4009349"/>
            <a:ext cx="836161" cy="18836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사용자보기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94018" y="2840700"/>
            <a:ext cx="251992" cy="230832"/>
            <a:chOff x="4867679" y="3090156"/>
            <a:chExt cx="251992" cy="230832"/>
          </a:xfrm>
        </p:grpSpPr>
        <p:sp>
          <p:nvSpPr>
            <p:cNvPr id="16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03007" y="3378213"/>
            <a:ext cx="251992" cy="230832"/>
            <a:chOff x="4867679" y="3090156"/>
            <a:chExt cx="251992" cy="230832"/>
          </a:xfrm>
        </p:grpSpPr>
        <p:sp>
          <p:nvSpPr>
            <p:cNvPr id="1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100376" y="3151852"/>
            <a:ext cx="251992" cy="233805"/>
            <a:chOff x="4867679" y="3092062"/>
            <a:chExt cx="251992" cy="224170"/>
          </a:xfrm>
        </p:grpSpPr>
        <p:sp>
          <p:nvSpPr>
            <p:cNvPr id="16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4912"/>
              <a:ext cx="251992" cy="22132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57" name="직사각형 56"/>
          <p:cNvSpPr/>
          <p:nvPr/>
        </p:nvSpPr>
        <p:spPr>
          <a:xfrm>
            <a:off x="9794307" y="5607786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보안매체와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전자서명 진행</a:t>
            </a:r>
            <a:endParaRPr lang="ko-KR" altLang="en-US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668810" y="5466369"/>
            <a:ext cx="367408" cy="230832"/>
            <a:chOff x="4809971" y="3090156"/>
            <a:chExt cx="367408" cy="230832"/>
          </a:xfrm>
        </p:grpSpPr>
        <p:sp>
          <p:nvSpPr>
            <p:cNvPr id="5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1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2023-02-22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전자서명으로 변경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403007" y="4626323"/>
            <a:ext cx="3295728" cy="524909"/>
            <a:chOff x="407988" y="5999920"/>
            <a:chExt cx="3295728" cy="524909"/>
          </a:xfrm>
        </p:grpSpPr>
        <p:sp>
          <p:nvSpPr>
            <p:cNvPr id="62" name="TextBox 61"/>
            <p:cNvSpPr txBox="1"/>
            <p:nvPr/>
          </p:nvSpPr>
          <p:spPr>
            <a:xfrm>
              <a:off x="407988" y="5999920"/>
              <a:ext cx="14414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prstClr val="black"/>
                  </a:solidFill>
                  <a:ea typeface="맑은 고딕"/>
                </a:rPr>
                <a:t>■ </a:t>
              </a:r>
              <a:r>
                <a:rPr lang="ko-KR" altLang="en-US" sz="1000" b="1" spc="-150" dirty="0" err="1" smtClean="0">
                  <a:solidFill>
                    <a:prstClr val="black"/>
                  </a:solidFill>
                  <a:ea typeface="맑은 고딕"/>
                </a:rPr>
                <a:t>보안수단</a:t>
              </a:r>
              <a:r>
                <a:rPr lang="en-US" altLang="ko-KR" sz="1000" b="1" spc="-150" dirty="0" smtClean="0">
                  <a:solidFill>
                    <a:prstClr val="black"/>
                  </a:solidFill>
                  <a:ea typeface="맑은 고딕"/>
                </a:rPr>
                <a:t>(OTP)</a:t>
              </a:r>
              <a:r>
                <a:rPr lang="ko-KR" altLang="en-US" sz="1000" b="1" spc="-150" dirty="0" err="1" smtClean="0">
                  <a:solidFill>
                    <a:prstClr val="black"/>
                  </a:solidFill>
                  <a:ea typeface="맑은 고딕"/>
                </a:rPr>
                <a:t>정보입력</a:t>
              </a:r>
              <a:endParaRPr lang="ko-KR" altLang="en-US" sz="10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63" name="모서리가 둥근 직사각형 62"/>
            <p:cNvSpPr/>
            <p:nvPr/>
          </p:nvSpPr>
          <p:spPr>
            <a:xfrm>
              <a:off x="1613354" y="6278608"/>
              <a:ext cx="2090362" cy="241543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 smtClean="0">
                  <a:solidFill>
                    <a:schemeClr val="tx1"/>
                  </a:solidFill>
                </a:rPr>
                <a:t>****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54103" y="6278608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spc="-150" dirty="0">
                  <a:solidFill>
                    <a:prstClr val="black"/>
                  </a:solidFill>
                  <a:ea typeface="맑은 고딕"/>
                </a:rPr>
                <a:t>OTP </a:t>
              </a:r>
              <a:r>
                <a:rPr lang="ko-KR" altLang="en-US" sz="1000" b="1" spc="-150" dirty="0" smtClean="0">
                  <a:solidFill>
                    <a:prstClr val="black"/>
                  </a:solidFill>
                  <a:ea typeface="맑은 고딕"/>
                </a:rPr>
                <a:t>비밀번호</a:t>
              </a:r>
              <a:endParaRPr lang="ko-KR" altLang="en-US" sz="10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pic>
        <p:nvPicPr>
          <p:cNvPr id="65" name="그림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934" y="4905011"/>
            <a:ext cx="209550" cy="276225"/>
          </a:xfrm>
          <a:prstGeom prst="rect">
            <a:avLst/>
          </a:prstGeom>
        </p:spPr>
      </p:pic>
      <p:cxnSp>
        <p:nvCxnSpPr>
          <p:cNvPr id="66" name="직선 연결선 65"/>
          <p:cNvCxnSpPr/>
          <p:nvPr/>
        </p:nvCxnSpPr>
        <p:spPr>
          <a:xfrm>
            <a:off x="510957" y="5290362"/>
            <a:ext cx="730885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468219" y="5369648"/>
            <a:ext cx="73515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</a:t>
            </a:r>
            <a:r>
              <a:rPr lang="en-US" altLang="ko-KR" sz="800" dirty="0" smtClean="0">
                <a:solidFill>
                  <a:srgbClr val="FF0066"/>
                </a:solidFill>
                <a:latin typeface="+mn-ea"/>
              </a:rPr>
              <a:t>OTP</a:t>
            </a:r>
            <a:r>
              <a:rPr lang="ko-KR" altLang="en-US" sz="800" dirty="0">
                <a:solidFill>
                  <a:srgbClr val="FF0066"/>
                </a:solidFill>
                <a:latin typeface="+mn-ea"/>
              </a:rPr>
              <a:t>발생기 비밀번호 </a:t>
            </a:r>
            <a:r>
              <a:rPr lang="en-US" altLang="ko-KR" sz="800" dirty="0">
                <a:solidFill>
                  <a:srgbClr val="FF0066"/>
                </a:solidFill>
                <a:latin typeface="+mn-ea"/>
              </a:rPr>
              <a:t>10</a:t>
            </a:r>
            <a:r>
              <a:rPr lang="ko-KR" altLang="en-US" sz="800" dirty="0">
                <a:solidFill>
                  <a:srgbClr val="FF0066"/>
                </a:solidFill>
                <a:latin typeface="+mn-ea"/>
              </a:rPr>
              <a:t>회 연속 오류 시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거래일이 달라도 해당됨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) </a:t>
            </a:r>
            <a:r>
              <a:rPr lang="ko-KR" altLang="en-US" sz="800" dirty="0" err="1">
                <a:solidFill>
                  <a:srgbClr val="666666"/>
                </a:solidFill>
                <a:latin typeface="+mn-ea"/>
              </a:rPr>
              <a:t>거래이용이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제한되며</a:t>
            </a: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, </a:t>
            </a:r>
            <a:r>
              <a:rPr lang="ko-KR" altLang="en-US" sz="800" dirty="0" err="1" smtClean="0">
                <a:solidFill>
                  <a:srgbClr val="666666"/>
                </a:solidFill>
                <a:latin typeface="+mn-ea"/>
              </a:rPr>
              <a:t>오류해제를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위하여 </a:t>
            </a:r>
            <a:r>
              <a:rPr lang="ko-KR" altLang="en-US" sz="800" dirty="0">
                <a:solidFill>
                  <a:schemeClr val="accent5"/>
                </a:solidFill>
                <a:latin typeface="+mn-ea"/>
              </a:rPr>
              <a:t>실명확인증표 등 관련서류 지참하시어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영업점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방문하셔야 합니다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 </a:t>
            </a:r>
            <a:endParaRPr lang="ko-KR" altLang="en-US" sz="800" dirty="0">
              <a:latin typeface="+mn-ea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982484" y="4918060"/>
            <a:ext cx="25699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 </a:t>
            </a:r>
            <a:r>
              <a:rPr lang="ko-KR" altLang="en-US" sz="800" b="1" dirty="0" err="1">
                <a:solidFill>
                  <a:srgbClr val="FF0066"/>
                </a:solidFill>
                <a:latin typeface="+mn-ea"/>
              </a:rPr>
              <a:t>응답번호</a:t>
            </a:r>
            <a:r>
              <a:rPr lang="ko-KR" altLang="en-US" sz="800" b="1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rgbClr val="FF0066"/>
                </a:solidFill>
                <a:latin typeface="+mn-ea"/>
              </a:rPr>
              <a:t>6</a:t>
            </a:r>
            <a:r>
              <a:rPr lang="ko-KR" altLang="en-US" sz="800" b="1" dirty="0">
                <a:solidFill>
                  <a:srgbClr val="FF0066"/>
                </a:solidFill>
                <a:latin typeface="+mn-ea"/>
              </a:rPr>
              <a:t>자리를 입력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하여 주십시오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</a:t>
            </a:r>
            <a:endParaRPr lang="ko-KR" altLang="en-US" sz="800" dirty="0">
              <a:solidFill>
                <a:srgbClr val="66666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726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입금계좌권한설정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373409"/>
              </p:ext>
            </p:extLst>
          </p:nvPr>
        </p:nvGraphicFramePr>
        <p:xfrm>
          <a:off x="9822663" y="540019"/>
          <a:ext cx="2195166" cy="11663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 기업의 경우 화면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상호점검사용 기업인 경우 저장 버튼 대신 결재요청버튼을 제공하고 상호점검대상자에게 결재를 요청한다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153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08419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304059" y="819419"/>
            <a:ext cx="1066959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입금계좌권한설정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423074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427151" y="1112053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428749" y="1451648"/>
          <a:ext cx="7821726" cy="882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입금계좌지정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05537" y="1483758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%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</a:rPr>
              <a:t>%(%</a:t>
            </a:r>
            <a:r>
              <a:rPr lang="ko-KR" altLang="en-US" sz="900" dirty="0" smtClean="0">
                <a:solidFill>
                  <a:schemeClr val="tx1"/>
                </a:solidFill>
              </a:rPr>
              <a:t>아이디</a:t>
            </a:r>
            <a:r>
              <a:rPr lang="en-US" altLang="ko-KR" sz="900" dirty="0" smtClean="0">
                <a:solidFill>
                  <a:schemeClr val="tx1"/>
                </a:solidFill>
              </a:rPr>
              <a:t>%)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22373" y="2532910"/>
            <a:ext cx="975588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입금계좌권한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38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314111" y="4650564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 smtClean="0">
                <a:solidFill>
                  <a:schemeClr val="bg1"/>
                </a:solidFill>
              </a:rPr>
              <a:t>결재요청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239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404251" y="4647711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목록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106" name="표 105"/>
          <p:cNvGraphicFramePr>
            <a:graphicFrameLocks noGrp="1"/>
          </p:cNvGraphicFramePr>
          <p:nvPr>
            <p:extLst/>
          </p:nvPr>
        </p:nvGraphicFramePr>
        <p:xfrm>
          <a:off x="427719" y="2912460"/>
          <a:ext cx="7790158" cy="132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404">
                  <a:extLst>
                    <a:ext uri="{9D8B030D-6E8A-4147-A177-3AD203B41FA5}">
                      <a16:colId xmlns:a16="http://schemas.microsoft.com/office/drawing/2014/main" val="1360524769"/>
                    </a:ext>
                  </a:extLst>
                </a:gridCol>
                <a:gridCol w="1289539">
                  <a:extLst>
                    <a:ext uri="{9D8B030D-6E8A-4147-A177-3AD203B41FA5}">
                      <a16:colId xmlns:a16="http://schemas.microsoft.com/office/drawing/2014/main" val="2209094066"/>
                    </a:ext>
                  </a:extLst>
                </a:gridCol>
                <a:gridCol w="1412630">
                  <a:extLst>
                    <a:ext uri="{9D8B030D-6E8A-4147-A177-3AD203B41FA5}">
                      <a16:colId xmlns:a16="http://schemas.microsoft.com/office/drawing/2014/main" val="4241631486"/>
                    </a:ext>
                  </a:extLst>
                </a:gridCol>
                <a:gridCol w="1500554">
                  <a:extLst>
                    <a:ext uri="{9D8B030D-6E8A-4147-A177-3AD203B41FA5}">
                      <a16:colId xmlns:a16="http://schemas.microsoft.com/office/drawing/2014/main" val="812853395"/>
                    </a:ext>
                  </a:extLst>
                </a:gridCol>
                <a:gridCol w="1957754">
                  <a:extLst>
                    <a:ext uri="{9D8B030D-6E8A-4147-A177-3AD203B41FA5}">
                      <a16:colId xmlns:a16="http://schemas.microsoft.com/office/drawing/2014/main" val="1598800186"/>
                    </a:ext>
                  </a:extLst>
                </a:gridCol>
                <a:gridCol w="1131277">
                  <a:extLst>
                    <a:ext uri="{9D8B030D-6E8A-4147-A177-3AD203B41FA5}">
                      <a16:colId xmlns:a16="http://schemas.microsoft.com/office/drawing/2014/main" val="226245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입금계좌은행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계좌번호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예금주명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계좌관리명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사용자보기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08902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부산은행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O68-II-OOOOOO-I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서수한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 smtClean="0"/>
                        <a:t>범내골커피</a:t>
                      </a:r>
                      <a:r>
                        <a:rPr lang="ko-KR" altLang="en-US" sz="900" dirty="0" smtClean="0"/>
                        <a:t> 경비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7262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기업은행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O68-II-OOOOOO-2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무거북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 smtClean="0"/>
                        <a:t>범내골커피</a:t>
                      </a:r>
                      <a:r>
                        <a:rPr lang="ko-KR" altLang="en-US" sz="900" dirty="0" smtClean="0"/>
                        <a:t> 급여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4019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신한은행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O68-II-OOOOOO-3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이와두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27641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카카오뱅크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O68-II-OOOOOO-4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루미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76370"/>
                  </a:ext>
                </a:extLst>
              </a:tr>
            </a:tbl>
          </a:graphicData>
        </a:graphic>
      </p:graphicFrame>
      <p:sp>
        <p:nvSpPr>
          <p:cNvPr id="135" name="TextBox 134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842194" y="2052226"/>
            <a:ext cx="1396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지정</a:t>
            </a:r>
            <a:r>
              <a:rPr lang="en-US" altLang="ko-KR" sz="900" b="1" spc="-150" dirty="0">
                <a:solidFill>
                  <a:prstClr val="black"/>
                </a:solidFill>
                <a:latin typeface="+mn-ea"/>
              </a:rPr>
              <a:t>	</a:t>
            </a:r>
            <a:r>
              <a:rPr lang="ko-KR" altLang="en-US" sz="900" b="1" spc="-150" dirty="0" err="1">
                <a:solidFill>
                  <a:prstClr val="black"/>
                </a:solidFill>
                <a:latin typeface="+mn-ea"/>
              </a:rPr>
              <a:t>미지정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94B78744-7A4D-75A6-E498-CB3032D463D9}"/>
              </a:ext>
            </a:extLst>
          </p:cNvPr>
          <p:cNvSpPr/>
          <p:nvPr/>
        </p:nvSpPr>
        <p:spPr>
          <a:xfrm>
            <a:off x="1692914" y="210569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9DFECB22-1517-510F-E9B7-41ED5D2BCDBA}"/>
              </a:ext>
            </a:extLst>
          </p:cNvPr>
          <p:cNvSpPr/>
          <p:nvPr/>
        </p:nvSpPr>
        <p:spPr>
          <a:xfrm>
            <a:off x="2606245" y="210569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BD3BCD0B-3DF5-0D62-C389-034FA6BB4B57}"/>
              </a:ext>
            </a:extLst>
          </p:cNvPr>
          <p:cNvSpPr/>
          <p:nvPr/>
        </p:nvSpPr>
        <p:spPr>
          <a:xfrm>
            <a:off x="1731835" y="2126322"/>
            <a:ext cx="88316" cy="883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직사각형 151"/>
          <p:cNvSpPr/>
          <p:nvPr/>
        </p:nvSpPr>
        <p:spPr>
          <a:xfrm>
            <a:off x="586853" y="2995595"/>
            <a:ext cx="164123" cy="146538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V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585919" y="3264594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585919" y="3522326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585919" y="3773696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585919" y="4031428"/>
            <a:ext cx="164123" cy="1465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7" name="모서리가 둥근 직사각형 36">
            <a:extLst>
              <a:ext uri="{FF2B5EF4-FFF2-40B4-BE49-F238E27FC236}">
                <a16:creationId xmlns:a16="http://schemas.microsoft.com/office/drawing/2014/main" id="{D2E4E988-70BB-52C6-531A-9249A0210004}"/>
              </a:ext>
            </a:extLst>
          </p:cNvPr>
          <p:cNvSpPr/>
          <p:nvPr/>
        </p:nvSpPr>
        <p:spPr>
          <a:xfrm>
            <a:off x="7213690" y="3232439"/>
            <a:ext cx="836161" cy="18836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사용자보기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8" name="모서리가 둥근 직사각형 36">
            <a:extLst>
              <a:ext uri="{FF2B5EF4-FFF2-40B4-BE49-F238E27FC236}">
                <a16:creationId xmlns:a16="http://schemas.microsoft.com/office/drawing/2014/main" id="{D2E4E988-70BB-52C6-531A-9249A0210004}"/>
              </a:ext>
            </a:extLst>
          </p:cNvPr>
          <p:cNvSpPr/>
          <p:nvPr/>
        </p:nvSpPr>
        <p:spPr>
          <a:xfrm>
            <a:off x="7213690" y="3485845"/>
            <a:ext cx="836161" cy="18836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사용자보기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9" name="모서리가 둥근 직사각형 36">
            <a:extLst>
              <a:ext uri="{FF2B5EF4-FFF2-40B4-BE49-F238E27FC236}">
                <a16:creationId xmlns:a16="http://schemas.microsoft.com/office/drawing/2014/main" id="{D2E4E988-70BB-52C6-531A-9249A0210004}"/>
              </a:ext>
            </a:extLst>
          </p:cNvPr>
          <p:cNvSpPr/>
          <p:nvPr/>
        </p:nvSpPr>
        <p:spPr>
          <a:xfrm>
            <a:off x="7213690" y="3739252"/>
            <a:ext cx="836161" cy="18836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사용자보기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36">
            <a:extLst>
              <a:ext uri="{FF2B5EF4-FFF2-40B4-BE49-F238E27FC236}">
                <a16:creationId xmlns:a16="http://schemas.microsoft.com/office/drawing/2014/main" id="{D2E4E988-70BB-52C6-531A-9249A0210004}"/>
              </a:ext>
            </a:extLst>
          </p:cNvPr>
          <p:cNvSpPr/>
          <p:nvPr/>
        </p:nvSpPr>
        <p:spPr>
          <a:xfrm>
            <a:off x="7213689" y="4009349"/>
            <a:ext cx="836161" cy="18836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사용자보기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238730" y="4477445"/>
            <a:ext cx="251992" cy="233805"/>
            <a:chOff x="4867679" y="3092062"/>
            <a:chExt cx="251992" cy="224170"/>
          </a:xfrm>
        </p:grpSpPr>
        <p:sp>
          <p:nvSpPr>
            <p:cNvPr id="16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4912"/>
              <a:ext cx="251992" cy="22132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57" name="직사각형 56"/>
          <p:cNvSpPr/>
          <p:nvPr/>
        </p:nvSpPr>
        <p:spPr>
          <a:xfrm>
            <a:off x="7018450" y="680111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상호점검사용기업</a:t>
            </a:r>
            <a:endParaRPr lang="ko-KR" altLang="en-US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2023-04-13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2023-04-13</a:t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상호점검사용기업은 입금계좌권한 변경 시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결재요청을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통해 변경 처리 한다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015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입금계좌권한설정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677441"/>
              </p:ext>
            </p:extLst>
          </p:nvPr>
        </p:nvGraphicFramePr>
        <p:xfrm>
          <a:off x="9822663" y="540019"/>
          <a:ext cx="2195166" cy="9834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입금계좌관리 화면으로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153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08419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304059" y="819419"/>
            <a:ext cx="1066959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입금계좌권한설정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423074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427151" y="1112053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428749" y="1451648"/>
          <a:ext cx="7821726" cy="882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입금계좌지정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05537" y="1483758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%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</a:rPr>
              <a:t>%(%</a:t>
            </a:r>
            <a:r>
              <a:rPr lang="ko-KR" altLang="en-US" sz="900" dirty="0" smtClean="0">
                <a:solidFill>
                  <a:schemeClr val="tx1"/>
                </a:solidFill>
              </a:rPr>
              <a:t>아이디</a:t>
            </a:r>
            <a:r>
              <a:rPr lang="en-US" altLang="ko-KR" sz="900" dirty="0" smtClean="0">
                <a:solidFill>
                  <a:schemeClr val="tx1"/>
                </a:solidFill>
              </a:rPr>
              <a:t>%)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22373" y="2532910"/>
            <a:ext cx="975588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입금계좌권한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842194" y="2052226"/>
            <a:ext cx="1396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지정</a:t>
            </a:r>
            <a:r>
              <a:rPr lang="en-US" altLang="ko-KR" sz="900" b="1" spc="-150" dirty="0">
                <a:solidFill>
                  <a:prstClr val="black"/>
                </a:solidFill>
                <a:latin typeface="+mn-ea"/>
              </a:rPr>
              <a:t>	</a:t>
            </a:r>
            <a:r>
              <a:rPr lang="ko-KR" altLang="en-US" sz="900" b="1" spc="-150" dirty="0" err="1">
                <a:solidFill>
                  <a:prstClr val="black"/>
                </a:solidFill>
                <a:latin typeface="+mn-ea"/>
              </a:rPr>
              <a:t>미지정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94B78744-7A4D-75A6-E498-CB3032D463D9}"/>
              </a:ext>
            </a:extLst>
          </p:cNvPr>
          <p:cNvSpPr/>
          <p:nvPr/>
        </p:nvSpPr>
        <p:spPr>
          <a:xfrm>
            <a:off x="1692914" y="210569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9DFECB22-1517-510F-E9B7-41ED5D2BCDBA}"/>
              </a:ext>
            </a:extLst>
          </p:cNvPr>
          <p:cNvSpPr/>
          <p:nvPr/>
        </p:nvSpPr>
        <p:spPr>
          <a:xfrm>
            <a:off x="2606245" y="210569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BD3BCD0B-3DF5-0D62-C389-034FA6BB4B57}"/>
              </a:ext>
            </a:extLst>
          </p:cNvPr>
          <p:cNvSpPr/>
          <p:nvPr/>
        </p:nvSpPr>
        <p:spPr>
          <a:xfrm>
            <a:off x="1731835" y="2126322"/>
            <a:ext cx="88316" cy="883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6" name="그룹 55"/>
          <p:cNvGrpSpPr/>
          <p:nvPr/>
        </p:nvGrpSpPr>
        <p:grpSpPr>
          <a:xfrm>
            <a:off x="3994983" y="3278630"/>
            <a:ext cx="856112" cy="856112"/>
            <a:chOff x="3431194" y="4965565"/>
            <a:chExt cx="396044" cy="396044"/>
          </a:xfrm>
        </p:grpSpPr>
        <p:sp>
          <p:nvSpPr>
            <p:cNvPr id="61" name="타원 60"/>
            <p:cNvSpPr>
              <a:spLocks noChangeAspect="1"/>
            </p:cNvSpPr>
            <p:nvPr/>
          </p:nvSpPr>
          <p:spPr>
            <a:xfrm>
              <a:off x="3431194" y="4965565"/>
              <a:ext cx="396044" cy="39604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2400" rIns="0" bIns="32400" rtlCol="0" anchor="ctr"/>
            <a:lstStyle/>
            <a:p>
              <a:pPr algn="ctr" latinLnBrk="0"/>
              <a:r>
                <a:rPr lang="en-US" altLang="ko-KR" sz="700" dirty="0" smtClean="0">
                  <a:solidFill>
                    <a:srgbClr val="26262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0"/>
                </a:rPr>
                <a:t>SVG</a:t>
              </a:r>
              <a:endParaRPr lang="ko-KR" altLang="en-US" sz="700" dirty="0">
                <a:solidFill>
                  <a:srgbClr val="2626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endParaRPr>
            </a:p>
          </p:txBody>
        </p:sp>
        <p:cxnSp>
          <p:nvCxnSpPr>
            <p:cNvPr id="62" name="직선 연결선 61"/>
            <p:cNvCxnSpPr>
              <a:cxnSpLocks noChangeAspect="1"/>
            </p:cNvCxnSpPr>
            <p:nvPr/>
          </p:nvCxnSpPr>
          <p:spPr>
            <a:xfrm>
              <a:off x="3468946" y="5035298"/>
              <a:ext cx="288000" cy="28800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>
              <a:cxnSpLocks noChangeAspect="1"/>
            </p:cNvCxnSpPr>
            <p:nvPr/>
          </p:nvCxnSpPr>
          <p:spPr>
            <a:xfrm flipH="1">
              <a:off x="3491157" y="5035298"/>
              <a:ext cx="288000" cy="28800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직사각형 73"/>
          <p:cNvSpPr/>
          <p:nvPr/>
        </p:nvSpPr>
        <p:spPr>
          <a:xfrm>
            <a:off x="3406174" y="4787367"/>
            <a:ext cx="2026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</a:rPr>
              <a:t>입금계좌관리</a:t>
            </a:r>
            <a:endParaRPr lang="en-US" altLang="ko-KR" sz="1200" b="1" dirty="0" smtClean="0">
              <a:latin typeface="+mn-ea"/>
            </a:endParaRPr>
          </a:p>
          <a:p>
            <a:pPr algn="ctr"/>
            <a:r>
              <a:rPr lang="ko-KR" altLang="en-US" sz="1200" b="1" dirty="0" smtClean="0">
                <a:latin typeface="+mn-ea"/>
              </a:rPr>
              <a:t>약정을 하지 않으셨습니다</a:t>
            </a:r>
            <a:r>
              <a:rPr lang="en-US" altLang="ko-KR" sz="1200" b="1" dirty="0" smtClean="0">
                <a:latin typeface="+mn-ea"/>
              </a:rPr>
              <a:t>.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399884" y="5249063"/>
            <a:ext cx="20328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35" latinLnBrk="0">
              <a:defRPr/>
            </a:pPr>
            <a:r>
              <a:rPr lang="ko-KR" altLang="en-US" sz="800" kern="0" dirty="0" smtClean="0"/>
              <a:t>입금계좌관리를 원하시면 가까운 영업점에서 신청해주세요</a:t>
            </a:r>
            <a:r>
              <a:rPr lang="en-US" altLang="ko-KR" sz="800" kern="0" dirty="0" smtClean="0"/>
              <a:t>.</a:t>
            </a:r>
            <a:endParaRPr lang="en-US" altLang="ko-KR" sz="800" kern="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2023-02-20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2023-02-20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이급게좌관리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약정 안한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case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추가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227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입금계좌권한설정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/>
          </p:nvPr>
        </p:nvGraphicFramePr>
        <p:xfrm>
          <a:off x="9822663" y="540019"/>
          <a:ext cx="2195166" cy="9834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입금계좌관리 화면으로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153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08419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304059" y="819419"/>
            <a:ext cx="1066959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입금계좌권한설정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423074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427151" y="1112053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428749" y="1451648"/>
          <a:ext cx="7821726" cy="882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입금계좌지정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05537" y="1483758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%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</a:rPr>
              <a:t>%(%</a:t>
            </a:r>
            <a:r>
              <a:rPr lang="ko-KR" altLang="en-US" sz="900" dirty="0" smtClean="0">
                <a:solidFill>
                  <a:schemeClr val="tx1"/>
                </a:solidFill>
              </a:rPr>
              <a:t>아이디</a:t>
            </a:r>
            <a:r>
              <a:rPr lang="en-US" altLang="ko-KR" sz="900" dirty="0" smtClean="0">
                <a:solidFill>
                  <a:schemeClr val="tx1"/>
                </a:solidFill>
              </a:rPr>
              <a:t>%)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22373" y="2532910"/>
            <a:ext cx="975588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입금계좌권한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842194" y="2052226"/>
            <a:ext cx="1396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지정</a:t>
            </a:r>
            <a:r>
              <a:rPr lang="en-US" altLang="ko-KR" sz="900" b="1" spc="-150" dirty="0">
                <a:solidFill>
                  <a:prstClr val="black"/>
                </a:solidFill>
                <a:latin typeface="+mn-ea"/>
              </a:rPr>
              <a:t>	</a:t>
            </a:r>
            <a:r>
              <a:rPr lang="ko-KR" altLang="en-US" sz="900" b="1" spc="-150" dirty="0" err="1">
                <a:solidFill>
                  <a:prstClr val="black"/>
                </a:solidFill>
                <a:latin typeface="+mn-ea"/>
              </a:rPr>
              <a:t>미지정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94B78744-7A4D-75A6-E498-CB3032D463D9}"/>
              </a:ext>
            </a:extLst>
          </p:cNvPr>
          <p:cNvSpPr/>
          <p:nvPr/>
        </p:nvSpPr>
        <p:spPr>
          <a:xfrm>
            <a:off x="1692914" y="210569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9DFECB22-1517-510F-E9B7-41ED5D2BCDBA}"/>
              </a:ext>
            </a:extLst>
          </p:cNvPr>
          <p:cNvSpPr/>
          <p:nvPr/>
        </p:nvSpPr>
        <p:spPr>
          <a:xfrm>
            <a:off x="2606245" y="2105692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BD3BCD0B-3DF5-0D62-C389-034FA6BB4B57}"/>
              </a:ext>
            </a:extLst>
          </p:cNvPr>
          <p:cNvSpPr/>
          <p:nvPr/>
        </p:nvSpPr>
        <p:spPr>
          <a:xfrm>
            <a:off x="1731835" y="2126322"/>
            <a:ext cx="88316" cy="883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3367414" y="4589247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</a:rPr>
              <a:t>입금 계좌로 지정된 계좌가</a:t>
            </a:r>
            <a:endParaRPr lang="en-US" altLang="ko-KR" sz="1200" b="1" dirty="0" smtClean="0">
              <a:latin typeface="+mn-ea"/>
            </a:endParaRPr>
          </a:p>
          <a:p>
            <a:pPr algn="ctr"/>
            <a:r>
              <a:rPr lang="ko-KR" altLang="en-US" sz="1200" b="1" dirty="0" smtClean="0">
                <a:latin typeface="+mn-ea"/>
              </a:rPr>
              <a:t>없습니다</a:t>
            </a:r>
            <a:r>
              <a:rPr lang="en-US" altLang="ko-KR" sz="1200" b="1" dirty="0" smtClean="0">
                <a:latin typeface="+mn-ea"/>
              </a:rPr>
              <a:t>.</a:t>
            </a:r>
            <a:endParaRPr lang="en-US" altLang="ko-KR" sz="1200" b="1" dirty="0">
              <a:latin typeface="+mn-ea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3994983" y="3278630"/>
            <a:ext cx="856112" cy="856112"/>
            <a:chOff x="3431194" y="4965565"/>
            <a:chExt cx="396044" cy="396044"/>
          </a:xfrm>
        </p:grpSpPr>
        <p:sp>
          <p:nvSpPr>
            <p:cNvPr id="61" name="타원 60"/>
            <p:cNvSpPr>
              <a:spLocks noChangeAspect="1"/>
            </p:cNvSpPr>
            <p:nvPr/>
          </p:nvSpPr>
          <p:spPr>
            <a:xfrm>
              <a:off x="3431194" y="4965565"/>
              <a:ext cx="396044" cy="39604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2400" rIns="0" bIns="32400" rtlCol="0" anchor="ctr"/>
            <a:lstStyle/>
            <a:p>
              <a:pPr algn="ctr" latinLnBrk="0"/>
              <a:r>
                <a:rPr lang="en-US" altLang="ko-KR" sz="700" dirty="0" smtClean="0">
                  <a:solidFill>
                    <a:srgbClr val="26262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0"/>
                </a:rPr>
                <a:t>SVG</a:t>
              </a:r>
              <a:endParaRPr lang="ko-KR" altLang="en-US" sz="700" dirty="0">
                <a:solidFill>
                  <a:srgbClr val="2626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endParaRPr>
            </a:p>
          </p:txBody>
        </p:sp>
        <p:cxnSp>
          <p:nvCxnSpPr>
            <p:cNvPr id="62" name="직선 연결선 61"/>
            <p:cNvCxnSpPr>
              <a:cxnSpLocks noChangeAspect="1"/>
            </p:cNvCxnSpPr>
            <p:nvPr/>
          </p:nvCxnSpPr>
          <p:spPr>
            <a:xfrm>
              <a:off x="3468946" y="5035298"/>
              <a:ext cx="288000" cy="28800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>
              <a:cxnSpLocks noChangeAspect="1"/>
            </p:cNvCxnSpPr>
            <p:nvPr/>
          </p:nvCxnSpPr>
          <p:spPr>
            <a:xfrm flipH="1">
              <a:off x="3491157" y="5035298"/>
              <a:ext cx="288000" cy="28800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모서리가 둥근 직사각형 63"/>
          <p:cNvSpPr/>
          <p:nvPr/>
        </p:nvSpPr>
        <p:spPr>
          <a:xfrm>
            <a:off x="3254563" y="5187143"/>
            <a:ext cx="2449819" cy="526484"/>
          </a:xfrm>
          <a:prstGeom prst="roundRect">
            <a:avLst>
              <a:gd name="adj" fmla="val 29672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입금계좌지정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하러가기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39083" y="5149672"/>
            <a:ext cx="251992" cy="230832"/>
            <a:chOff x="4867678" y="3090156"/>
            <a:chExt cx="251992" cy="230832"/>
          </a:xfrm>
        </p:grpSpPr>
        <p:sp>
          <p:nvSpPr>
            <p:cNvPr id="6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2023-02-20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2052101" y="324563"/>
            <a:ext cx="2592288" cy="8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2023-02-20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이급게좌관리에서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입금계좌를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등록하지 않은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case</a:t>
            </a:r>
          </a:p>
        </p:txBody>
      </p:sp>
    </p:spTree>
    <p:extLst>
      <p:ext uri="{BB962C8B-B14F-4D97-AF65-F5344CB8AC3E}">
        <p14:creationId xmlns:p14="http://schemas.microsoft.com/office/powerpoint/2010/main" val="59458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입금계좌사용자목록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입금계좌권한설정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496322"/>
              </p:ext>
            </p:extLst>
          </p:nvPr>
        </p:nvGraphicFramePr>
        <p:xfrm>
          <a:off x="9822663" y="540019"/>
          <a:ext cx="2195166" cy="1341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선택된 계좌에 연결된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사용자 목록을 조회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부관리자는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체크 및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지정을 변경할 수 없도록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팝업창을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닫는다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315242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392562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781106" y="835650"/>
            <a:ext cx="5860017" cy="4826596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856375" y="945022"/>
            <a:ext cx="20409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err="1" smtClean="0">
                <a:latin typeface="+mn-ea"/>
              </a:rPr>
              <a:t>입금계좌</a:t>
            </a:r>
            <a:r>
              <a:rPr lang="ko-KR" altLang="en-US" sz="1200" b="1" kern="0" dirty="0" smtClean="0">
                <a:latin typeface="+mn-ea"/>
              </a:rPr>
              <a:t> 사용자 목록 조회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12" name="Freeform 11"/>
          <p:cNvSpPr>
            <a:spLocks noChangeArrowheads="1"/>
          </p:cNvSpPr>
          <p:nvPr/>
        </p:nvSpPr>
        <p:spPr bwMode="auto">
          <a:xfrm>
            <a:off x="6336363" y="967863"/>
            <a:ext cx="147562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2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221469" y="4954701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확인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27656" y="4843840"/>
            <a:ext cx="251992" cy="230832"/>
            <a:chOff x="4867679" y="3090156"/>
            <a:chExt cx="251992" cy="230832"/>
          </a:xfrm>
        </p:grpSpPr>
        <p:sp>
          <p:nvSpPr>
            <p:cNvPr id="18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9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745348"/>
              </p:ext>
            </p:extLst>
          </p:nvPr>
        </p:nvGraphicFramePr>
        <p:xfrm>
          <a:off x="929970" y="1638493"/>
          <a:ext cx="2781144" cy="570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358">
                  <a:extLst>
                    <a:ext uri="{9D8B030D-6E8A-4147-A177-3AD203B41FA5}">
                      <a16:colId xmlns:a16="http://schemas.microsoft.com/office/drawing/2014/main" val="1977464930"/>
                    </a:ext>
                  </a:extLst>
                </a:gridCol>
                <a:gridCol w="1952786">
                  <a:extLst>
                    <a:ext uri="{9D8B030D-6E8A-4147-A177-3AD203B41FA5}">
                      <a16:colId xmlns:a16="http://schemas.microsoft.com/office/drawing/2014/main" val="723076525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입금계좌은행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입금계좌은행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4555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예금주명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예금주명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424769"/>
                  </a:ext>
                </a:extLst>
              </a:tr>
            </a:tbl>
          </a:graphicData>
        </a:graphic>
      </p:graphicFrame>
      <p:graphicFrame>
        <p:nvGraphicFramePr>
          <p:cNvPr id="137" name="표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20186"/>
              </p:ext>
            </p:extLst>
          </p:nvPr>
        </p:nvGraphicFramePr>
        <p:xfrm>
          <a:off x="3702781" y="1638493"/>
          <a:ext cx="2781144" cy="570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358">
                  <a:extLst>
                    <a:ext uri="{9D8B030D-6E8A-4147-A177-3AD203B41FA5}">
                      <a16:colId xmlns:a16="http://schemas.microsoft.com/office/drawing/2014/main" val="1977464930"/>
                    </a:ext>
                  </a:extLst>
                </a:gridCol>
                <a:gridCol w="1952786">
                  <a:extLst>
                    <a:ext uri="{9D8B030D-6E8A-4147-A177-3AD203B41FA5}">
                      <a16:colId xmlns:a16="http://schemas.microsoft.com/office/drawing/2014/main" val="723076525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입금계좌번호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입금계좌번호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4555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계좌관리명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계좌관리명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424769"/>
                  </a:ext>
                </a:extLst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952158" y="1354234"/>
            <a:ext cx="975588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입금계좌정보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980766" y="2363786"/>
            <a:ext cx="115833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계좌 사용자 목록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4" name="표 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629782"/>
              </p:ext>
            </p:extLst>
          </p:nvPr>
        </p:nvGraphicFramePr>
        <p:xfrm>
          <a:off x="980766" y="2731499"/>
          <a:ext cx="5503159" cy="1965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366">
                  <a:extLst>
                    <a:ext uri="{9D8B030D-6E8A-4147-A177-3AD203B41FA5}">
                      <a16:colId xmlns:a16="http://schemas.microsoft.com/office/drawing/2014/main" val="2209094066"/>
                    </a:ext>
                  </a:extLst>
                </a:gridCol>
                <a:gridCol w="2093793">
                  <a:extLst>
                    <a:ext uri="{9D8B030D-6E8A-4147-A177-3AD203B41FA5}">
                      <a16:colId xmlns:a16="http://schemas.microsoft.com/office/drawing/2014/main" val="3121675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사용자타입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08902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김부산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(PSBANK001)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관리자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7262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김경남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(PSBANK002)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부관리자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4019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김울산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(PSBANK003)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27641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PSBANK004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76370"/>
                  </a:ext>
                </a:extLst>
              </a:tr>
              <a:tr h="7078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873539"/>
                  </a:ext>
                </a:extLst>
              </a:tr>
            </a:tbl>
          </a:graphicData>
        </a:graphic>
      </p:graphicFrame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125373" y="822006"/>
            <a:ext cx="251992" cy="230832"/>
            <a:chOff x="4867679" y="3090156"/>
            <a:chExt cx="251992" cy="230832"/>
          </a:xfrm>
        </p:grpSpPr>
        <p:sp>
          <p:nvSpPr>
            <p:cNvPr id="21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436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4637672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1.6.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카드사업장권한설정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23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카드사업장권한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카드사업장권한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404021"/>
              </p:ext>
            </p:extLst>
          </p:nvPr>
        </p:nvGraphicFramePr>
        <p:xfrm>
          <a:off x="9822663" y="540019"/>
          <a:ext cx="2195166" cy="2978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일반계좌의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권한정보를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가져온다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입출금계좌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9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사용자명과 아이디를 보여주는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셀렉트박스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없는경우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부서명과 직위를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기업정보를 표시하는 영역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328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기본값은 전체로 표시하고 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사용자가 회사를 선택할 수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있도록한다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사용자가 가지고 있는 회사만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선택가능하도록 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 개의 업체만 설정된 사용자는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드롭박스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대신 텍스트로 표시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9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선택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개별 선택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변경된 카드권한설정을 저장하기 위해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전자서명을 호출 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목록 화면으로 이동한다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카드비밀번호인증 지정 선택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861073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893834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 err="1">
                <a:solidFill>
                  <a:prstClr val="black"/>
                </a:solidFill>
                <a:ea typeface="맑은 고딕"/>
              </a:rPr>
              <a:t>사용자관리</a:t>
            </a:r>
            <a:endParaRPr lang="ko-KR" altLang="en-US" sz="14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304059" y="819419"/>
            <a:ext cx="945131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카드사업장권한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/>
          </p:nvPr>
        </p:nvGraphicFramePr>
        <p:xfrm>
          <a:off x="9822664" y="6423074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427151" y="986467"/>
            <a:ext cx="85376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>
                <a:solidFill>
                  <a:prstClr val="black"/>
                </a:solidFill>
                <a:ea typeface="맑은 고딕"/>
              </a:rPr>
              <a:t>사용자정보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292651"/>
              </p:ext>
            </p:extLst>
          </p:nvPr>
        </p:nvGraphicFramePr>
        <p:xfrm>
          <a:off x="422373" y="1248992"/>
          <a:ext cx="7821726" cy="1270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96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31843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부서명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/ %</a:t>
                      </a:r>
                      <a:r>
                        <a:rPr lang="ko-KR" altLang="en-US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직위</a:t>
                      </a:r>
                      <a:r>
                        <a:rPr lang="en-US" altLang="ko-KR" sz="9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350673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카드비밀번호인증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※ 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이용대금명세서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, </a:t>
                      </a: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이용한도 조회 시 보유한 카드 비밀번호 인증 후 조회하도록 설정됩니다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등록 해제 하시면 해당 사용자는 카드비밀번호 인증 없이 </a:t>
                      </a:r>
                      <a:r>
                        <a:rPr lang="ko-KR" altLang="en-US" sz="9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이용가능합니다</a:t>
                      </a: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.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294"/>
                  </a:ext>
                </a:extLst>
              </a:tr>
            </a:tbl>
          </a:graphicData>
        </a:graphic>
      </p:graphicFrame>
      <p:sp>
        <p:nvSpPr>
          <p:cNvPr id="142" name="모서리가 둥근 직사각형 36">
            <a:extLst>
              <a:ext uri="{FF2B5EF4-FFF2-40B4-BE49-F238E27FC236}">
                <a16:creationId xmlns:a16="http://schemas.microsoft.com/office/drawing/2014/main" id="{A93A25C3-E019-3051-C585-1914C7655600}"/>
              </a:ext>
            </a:extLst>
          </p:cNvPr>
          <p:cNvSpPr/>
          <p:nvPr/>
        </p:nvSpPr>
        <p:spPr>
          <a:xfrm>
            <a:off x="1605537" y="1354794"/>
            <a:ext cx="1734481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%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사용자명</a:t>
            </a:r>
            <a:r>
              <a:rPr lang="en-US" altLang="ko-KR" sz="900" dirty="0" smtClean="0">
                <a:solidFill>
                  <a:schemeClr val="tx1"/>
                </a:solidFill>
              </a:rPr>
              <a:t>%(%</a:t>
            </a:r>
            <a:r>
              <a:rPr lang="ko-KR" altLang="en-US" sz="900" dirty="0" smtClean="0">
                <a:solidFill>
                  <a:schemeClr val="tx1"/>
                </a:solidFill>
              </a:rPr>
              <a:t>아이디</a:t>
            </a:r>
            <a:r>
              <a:rPr lang="en-US" altLang="ko-KR" sz="900" dirty="0" smtClean="0">
                <a:solidFill>
                  <a:schemeClr val="tx1"/>
                </a:solidFill>
              </a:rPr>
              <a:t>%)    </a:t>
            </a:r>
            <a:r>
              <a:rPr lang="ko-KR" altLang="en-US" sz="900" dirty="0" smtClean="0">
                <a:solidFill>
                  <a:schemeClr val="tx1"/>
                </a:solidFill>
              </a:rPr>
              <a:t>▼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17194" y="3226119"/>
            <a:ext cx="12192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카드사업장별권한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68501" y="1332595"/>
            <a:ext cx="251992" cy="230832"/>
            <a:chOff x="4867678" y="3090156"/>
            <a:chExt cx="251992" cy="230832"/>
          </a:xfrm>
        </p:grpSpPr>
        <p:sp>
          <p:nvSpPr>
            <p:cNvPr id="24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305276" y="1659913"/>
            <a:ext cx="367408" cy="230832"/>
            <a:chOff x="4809970" y="3090156"/>
            <a:chExt cx="367408" cy="230832"/>
          </a:xfrm>
        </p:grpSpPr>
        <p:sp>
          <p:nvSpPr>
            <p:cNvPr id="6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485148" y="2900757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smtClean="0">
                <a:solidFill>
                  <a:prstClr val="black"/>
                </a:solidFill>
                <a:ea typeface="맑은 고딕"/>
              </a:rPr>
              <a:t>회사명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301498" y="2900757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err="1">
                <a:solidFill>
                  <a:prstClr val="black"/>
                </a:solidFill>
                <a:ea typeface="맑은 고딕"/>
              </a:rPr>
              <a:t>사업자번호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593098" y="3221896"/>
            <a:ext cx="7788747" cy="4412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949198" y="2900757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prstClr val="black"/>
                </a:solidFill>
                <a:ea typeface="맑은 고딕"/>
              </a:rPr>
              <a:t>604-81-04753</a:t>
            </a:r>
            <a:endParaRPr lang="ko-KR" altLang="en-US" sz="1000" spc="-150" dirty="0">
              <a:solidFill>
                <a:prstClr val="black"/>
              </a:solidFill>
              <a:ea typeface="맑은 고딕"/>
            </a:endParaRPr>
          </a:p>
        </p:txBody>
      </p:sp>
      <p:cxnSp>
        <p:nvCxnSpPr>
          <p:cNvPr id="65" name="직선 연결선 64"/>
          <p:cNvCxnSpPr/>
          <p:nvPr/>
        </p:nvCxnSpPr>
        <p:spPr>
          <a:xfrm flipV="1">
            <a:off x="593098" y="2807724"/>
            <a:ext cx="7803401" cy="663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725385" y="2866518"/>
            <a:ext cx="18053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  <a:ea typeface="맑은 고딕"/>
              </a:rPr>
              <a:t>*</a:t>
            </a:r>
            <a:r>
              <a:rPr lang="ko-KR" altLang="en-US" sz="800" dirty="0" err="1" smtClean="0">
                <a:solidFill>
                  <a:srgbClr val="FF0000"/>
                </a:solidFill>
                <a:ea typeface="맑은 고딕"/>
              </a:rPr>
              <a:t>사업자번호</a:t>
            </a:r>
            <a:endParaRPr lang="en-US" altLang="ko-KR" sz="800" dirty="0" smtClean="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800" dirty="0" smtClean="0">
                <a:solidFill>
                  <a:srgbClr val="FF0000"/>
                </a:solidFill>
                <a:ea typeface="맑은 고딕"/>
              </a:rPr>
              <a:t> 회사명이 전체인 경우는 표시 안함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33444" y="2898984"/>
            <a:ext cx="2090362" cy="24154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>
                <a:solidFill>
                  <a:schemeClr val="tx1"/>
                </a:solidFill>
              </a:rPr>
              <a:t>전체                      </a:t>
            </a:r>
            <a:r>
              <a:rPr lang="en-US" altLang="ko-KR" sz="1000" dirty="0" smtClean="0">
                <a:solidFill>
                  <a:schemeClr val="tx1"/>
                </a:solidFill>
              </a:rPr>
              <a:t>   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</a:rPr>
              <a:t>        </a:t>
            </a:r>
            <a:r>
              <a:rPr lang="ko-KR" altLang="en-US" sz="1000" dirty="0">
                <a:solidFill>
                  <a:schemeClr val="tx1"/>
                </a:solidFill>
              </a:rPr>
              <a:t>▽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349084" y="2612858"/>
            <a:ext cx="8165199" cy="59221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423867" y="257816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기업정보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223088" y="2499050"/>
            <a:ext cx="251992" cy="230832"/>
            <a:chOff x="3129372" y="4365104"/>
            <a:chExt cx="251992" cy="230832"/>
          </a:xfrm>
        </p:grpSpPr>
        <p:sp>
          <p:nvSpPr>
            <p:cNvPr id="9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3141851" y="4367010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3129372" y="4365104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946656" y="2769896"/>
            <a:ext cx="367408" cy="230832"/>
            <a:chOff x="3071664" y="4365104"/>
            <a:chExt cx="367408" cy="230832"/>
          </a:xfrm>
        </p:grpSpPr>
        <p:sp>
          <p:nvSpPr>
            <p:cNvPr id="9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3141851" y="4367010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3071664" y="4365104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1" name="직사각형 150"/>
          <p:cNvSpPr/>
          <p:nvPr/>
        </p:nvSpPr>
        <p:spPr>
          <a:xfrm>
            <a:off x="9794307" y="5607786"/>
            <a:ext cx="2198165" cy="562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보안매체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</a:p>
          <a:p>
            <a:pPr algn="ctr"/>
            <a:r>
              <a:rPr lang="ko-KR" altLang="en-US" dirty="0" smtClean="0"/>
              <a:t>전자서명 진행</a:t>
            </a:r>
            <a:endParaRPr lang="ko-KR" altLang="en-US" dirty="0"/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668810" y="5466369"/>
            <a:ext cx="367408" cy="230832"/>
            <a:chOff x="4809971" y="3090156"/>
            <a:chExt cx="367408" cy="230832"/>
          </a:xfrm>
        </p:grpSpPr>
        <p:sp>
          <p:nvSpPr>
            <p:cNvPr id="15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1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5</a:t>
              </a:r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8B5E49E-BB92-15E6-F8B9-0A0041BA2F90}"/>
              </a:ext>
            </a:extLst>
          </p:cNvPr>
          <p:cNvSpPr txBox="1"/>
          <p:nvPr/>
        </p:nvSpPr>
        <p:spPr>
          <a:xfrm>
            <a:off x="1827270" y="2000607"/>
            <a:ext cx="1396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smtClean="0">
                <a:solidFill>
                  <a:prstClr val="black"/>
                </a:solidFill>
                <a:latin typeface="+mn-ea"/>
              </a:rPr>
              <a:t>지정</a:t>
            </a:r>
            <a:r>
              <a:rPr lang="en-US" altLang="ko-KR" sz="900" b="1" spc="-150" dirty="0">
                <a:solidFill>
                  <a:prstClr val="black"/>
                </a:solidFill>
                <a:latin typeface="+mn-ea"/>
              </a:rPr>
              <a:t>	</a:t>
            </a:r>
            <a:r>
              <a:rPr lang="ko-KR" altLang="en-US" sz="900" b="1" spc="-150" dirty="0" err="1">
                <a:solidFill>
                  <a:prstClr val="black"/>
                </a:solidFill>
                <a:latin typeface="+mn-ea"/>
              </a:rPr>
              <a:t>미지정</a:t>
            </a:r>
            <a:endParaRPr lang="ko-KR" altLang="en-US" sz="9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4B78744-7A4D-75A6-E498-CB3032D463D9}"/>
              </a:ext>
            </a:extLst>
          </p:cNvPr>
          <p:cNvSpPr/>
          <p:nvPr/>
        </p:nvSpPr>
        <p:spPr>
          <a:xfrm>
            <a:off x="1677990" y="2054073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9DFECB22-1517-510F-E9B7-41ED5D2BCDBA}"/>
              </a:ext>
            </a:extLst>
          </p:cNvPr>
          <p:cNvSpPr/>
          <p:nvPr/>
        </p:nvSpPr>
        <p:spPr>
          <a:xfrm>
            <a:off x="2591321" y="2054073"/>
            <a:ext cx="149280" cy="14928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BD3BCD0B-3DF5-0D62-C389-034FA6BB4B57}"/>
              </a:ext>
            </a:extLst>
          </p:cNvPr>
          <p:cNvSpPr/>
          <p:nvPr/>
        </p:nvSpPr>
        <p:spPr>
          <a:xfrm>
            <a:off x="1716911" y="2074703"/>
            <a:ext cx="88316" cy="883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492362" y="1899417"/>
            <a:ext cx="251992" cy="230832"/>
            <a:chOff x="4867679" y="3090156"/>
            <a:chExt cx="251992" cy="230832"/>
          </a:xfrm>
        </p:grpSpPr>
        <p:sp>
          <p:nvSpPr>
            <p:cNvPr id="7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13" name="표 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639912"/>
              </p:ext>
            </p:extLst>
          </p:nvPr>
        </p:nvGraphicFramePr>
        <p:xfrm>
          <a:off x="538332" y="3500855"/>
          <a:ext cx="7714041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56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218921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1260565">
                  <a:extLst>
                    <a:ext uri="{9D8B030D-6E8A-4147-A177-3AD203B41FA5}">
                      <a16:colId xmlns:a16="http://schemas.microsoft.com/office/drawing/2014/main" val="1335123641"/>
                    </a:ext>
                  </a:extLst>
                </a:gridCol>
                <a:gridCol w="1566563">
                  <a:extLst>
                    <a:ext uri="{9D8B030D-6E8A-4147-A177-3AD203B41FA5}">
                      <a16:colId xmlns:a16="http://schemas.microsoft.com/office/drawing/2014/main" val="2392183595"/>
                    </a:ext>
                  </a:extLst>
                </a:gridCol>
                <a:gridCol w="1149683">
                  <a:extLst>
                    <a:ext uri="{9D8B030D-6E8A-4147-A177-3AD203B41FA5}">
                      <a16:colId xmlns:a16="http://schemas.microsoft.com/office/drawing/2014/main" val="1751365889"/>
                    </a:ext>
                  </a:extLst>
                </a:gridCol>
                <a:gridCol w="1149683">
                  <a:extLst>
                    <a:ext uri="{9D8B030D-6E8A-4147-A177-3AD203B41FA5}">
                      <a16:colId xmlns:a16="http://schemas.microsoft.com/office/drawing/2014/main" val="403969027"/>
                    </a:ext>
                  </a:extLst>
                </a:gridCol>
                <a:gridCol w="556228">
                  <a:extLst>
                    <a:ext uri="{9D8B030D-6E8A-4147-A177-3AD203B41FA5}">
                      <a16:colId xmlns:a16="http://schemas.microsoft.com/office/drawing/2014/main" val="958758958"/>
                    </a:ext>
                  </a:extLst>
                </a:gridCol>
                <a:gridCol w="574842">
                  <a:extLst>
                    <a:ext uri="{9D8B030D-6E8A-4147-A177-3AD203B41FA5}">
                      <a16:colId xmlns:a16="http://schemas.microsoft.com/office/drawing/2014/main" val="289519441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ㅁ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회사명</a:t>
                      </a:r>
                      <a:endParaRPr lang="en-US" altLang="ko-KR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사업장명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관리부서</a:t>
                      </a:r>
                      <a:r>
                        <a:rPr lang="en-US" altLang="ko-KR" sz="800" dirty="0" smtClean="0"/>
                        <a:t>)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주소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팩스번호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보유카드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ㅁ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부산은행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범내골점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[0000]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부산 진구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범천동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123456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051-1234-5678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051-1234-1234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123</a:t>
                      </a:r>
                      <a:r>
                        <a:rPr lang="ko-KR" altLang="en-US" sz="800" dirty="0" smtClean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ㅁ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부산은행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범내골점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[0001]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영업부서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부산 진구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범천동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123456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051-1234-5678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051-1234-1234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r>
                        <a:rPr lang="ko-KR" altLang="en-US" sz="800" dirty="0" smtClean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552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ㅁ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부산은행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범내골점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[0002]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영업부서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 진구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범천동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123456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051-1234-5678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193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ㅁ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부산은행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범일점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[0000]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 진구 범천동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123456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051-1234-5678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123</a:t>
                      </a:r>
                      <a:r>
                        <a:rPr lang="ko-KR" altLang="en-US" sz="800" dirty="0" smtClean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9760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ㅁ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부산은행 범일점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[0001]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영업부서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부산 진구 범천동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123456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051-1234-5678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r>
                        <a:rPr lang="ko-KR" altLang="en-US" sz="800" dirty="0" smtClean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261519"/>
                  </a:ext>
                </a:extLst>
              </a:tr>
            </a:tbl>
          </a:graphicData>
        </a:graphic>
      </p:graphicFrame>
      <p:sp>
        <p:nvSpPr>
          <p:cNvPr id="124" name="모서리가 둥근 직사각형 123"/>
          <p:cNvSpPr/>
          <p:nvPr/>
        </p:nvSpPr>
        <p:spPr>
          <a:xfrm>
            <a:off x="7855920" y="3794411"/>
            <a:ext cx="264607" cy="1395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7855920" y="4045885"/>
            <a:ext cx="264607" cy="1395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2" name="모서리가 둥근 직사각형 131"/>
          <p:cNvSpPr/>
          <p:nvPr/>
        </p:nvSpPr>
        <p:spPr>
          <a:xfrm>
            <a:off x="7855920" y="4297359"/>
            <a:ext cx="264607" cy="1395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7855920" y="4548833"/>
            <a:ext cx="264607" cy="1395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7855920" y="4800307"/>
            <a:ext cx="264607" cy="1395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11003" y="484869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1881770" y="561965"/>
            <a:ext cx="2592288" cy="13374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2023-02-07</a:t>
            </a:r>
          </a:p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카드비밀번호 인증 사용자 지정 기능 추가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2023-02-22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정보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변경시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+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전자서명으로 변경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*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2023-03-20</a:t>
            </a:r>
            <a:endParaRPr lang="en-US" altLang="ko-KR" sz="7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보안매체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입력 추가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6" name="모서리가 둥근 직사각형 239">
            <a:extLst>
              <a:ext uri="{FF2B5EF4-FFF2-40B4-BE49-F238E27FC236}">
                <a16:creationId xmlns:a16="http://schemas.microsoft.com/office/drawing/2014/main" id="{FAA02877-F3F3-D07A-753D-C96DADF013BD}"/>
              </a:ext>
            </a:extLst>
          </p:cNvPr>
          <p:cNvSpPr/>
          <p:nvPr/>
        </p:nvSpPr>
        <p:spPr>
          <a:xfrm>
            <a:off x="3223806" y="6342397"/>
            <a:ext cx="962624" cy="338673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저장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59" name="모서리가 둥근 직사각형 108">
            <a:extLst>
              <a:ext uri="{FF2B5EF4-FFF2-40B4-BE49-F238E27FC236}">
                <a16:creationId xmlns:a16="http://schemas.microsoft.com/office/drawing/2014/main" id="{36A07661-AEC3-8EB6-54C5-74EDD0E76C94}"/>
              </a:ext>
            </a:extLst>
          </p:cNvPr>
          <p:cNvSpPr/>
          <p:nvPr/>
        </p:nvSpPr>
        <p:spPr>
          <a:xfrm>
            <a:off x="4313946" y="6339544"/>
            <a:ext cx="962624" cy="3386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목록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73133" y="6309860"/>
            <a:ext cx="251992" cy="230832"/>
            <a:chOff x="4867679" y="3090156"/>
            <a:chExt cx="251992" cy="230832"/>
          </a:xfrm>
        </p:grpSpPr>
        <p:sp>
          <p:nvSpPr>
            <p:cNvPr id="8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251042" y="6304177"/>
            <a:ext cx="251992" cy="230832"/>
            <a:chOff x="4867679" y="3090156"/>
            <a:chExt cx="251992" cy="230832"/>
          </a:xfrm>
        </p:grpSpPr>
        <p:sp>
          <p:nvSpPr>
            <p:cNvPr id="8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9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367138" y="5116242"/>
            <a:ext cx="3295728" cy="524909"/>
            <a:chOff x="407988" y="5999920"/>
            <a:chExt cx="3295728" cy="524909"/>
          </a:xfrm>
        </p:grpSpPr>
        <p:sp>
          <p:nvSpPr>
            <p:cNvPr id="87" name="TextBox 86"/>
            <p:cNvSpPr txBox="1"/>
            <p:nvPr/>
          </p:nvSpPr>
          <p:spPr>
            <a:xfrm>
              <a:off x="407988" y="5999920"/>
              <a:ext cx="14414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prstClr val="black"/>
                  </a:solidFill>
                  <a:ea typeface="맑은 고딕"/>
                </a:rPr>
                <a:t>■ </a:t>
              </a:r>
              <a:r>
                <a:rPr lang="ko-KR" altLang="en-US" sz="1000" b="1" spc="-150" dirty="0" err="1" smtClean="0">
                  <a:solidFill>
                    <a:prstClr val="black"/>
                  </a:solidFill>
                  <a:ea typeface="맑은 고딕"/>
                </a:rPr>
                <a:t>보안수단</a:t>
              </a:r>
              <a:r>
                <a:rPr lang="en-US" altLang="ko-KR" sz="1000" b="1" spc="-150" dirty="0" smtClean="0">
                  <a:solidFill>
                    <a:prstClr val="black"/>
                  </a:solidFill>
                  <a:ea typeface="맑은 고딕"/>
                </a:rPr>
                <a:t>(OTP)</a:t>
              </a:r>
              <a:r>
                <a:rPr lang="ko-KR" altLang="en-US" sz="1000" b="1" spc="-150" dirty="0" err="1" smtClean="0">
                  <a:solidFill>
                    <a:prstClr val="black"/>
                  </a:solidFill>
                  <a:ea typeface="맑은 고딕"/>
                </a:rPr>
                <a:t>정보입력</a:t>
              </a:r>
              <a:endParaRPr lang="ko-KR" altLang="en-US" sz="10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88" name="모서리가 둥근 직사각형 87"/>
            <p:cNvSpPr/>
            <p:nvPr/>
          </p:nvSpPr>
          <p:spPr>
            <a:xfrm>
              <a:off x="1613354" y="6278608"/>
              <a:ext cx="2090362" cy="241543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 smtClean="0">
                  <a:solidFill>
                    <a:schemeClr val="tx1"/>
                  </a:solidFill>
                </a:rPr>
                <a:t>****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54103" y="6278608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spc="-150" dirty="0">
                  <a:solidFill>
                    <a:prstClr val="black"/>
                  </a:solidFill>
                  <a:ea typeface="맑은 고딕"/>
                </a:rPr>
                <a:t>OTP </a:t>
              </a:r>
              <a:r>
                <a:rPr lang="ko-KR" altLang="en-US" sz="1000" b="1" spc="-150" dirty="0" smtClean="0">
                  <a:solidFill>
                    <a:prstClr val="black"/>
                  </a:solidFill>
                  <a:ea typeface="맑은 고딕"/>
                </a:rPr>
                <a:t>비밀번호</a:t>
              </a:r>
              <a:endParaRPr lang="ko-KR" altLang="en-US" sz="10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pic>
        <p:nvPicPr>
          <p:cNvPr id="90" name="그림 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065" y="5394930"/>
            <a:ext cx="209550" cy="276225"/>
          </a:xfrm>
          <a:prstGeom prst="rect">
            <a:avLst/>
          </a:prstGeom>
        </p:spPr>
      </p:pic>
      <p:cxnSp>
        <p:nvCxnSpPr>
          <p:cNvPr id="91" name="직선 연결선 90"/>
          <p:cNvCxnSpPr/>
          <p:nvPr/>
        </p:nvCxnSpPr>
        <p:spPr>
          <a:xfrm>
            <a:off x="475088" y="5780281"/>
            <a:ext cx="730885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432350" y="5859567"/>
            <a:ext cx="73515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※ </a:t>
            </a:r>
            <a:r>
              <a:rPr lang="en-US" altLang="ko-KR" sz="800" dirty="0" smtClean="0">
                <a:solidFill>
                  <a:srgbClr val="FF0066"/>
                </a:solidFill>
                <a:latin typeface="+mn-ea"/>
              </a:rPr>
              <a:t>OTP</a:t>
            </a:r>
            <a:r>
              <a:rPr lang="ko-KR" altLang="en-US" sz="800" dirty="0">
                <a:solidFill>
                  <a:srgbClr val="FF0066"/>
                </a:solidFill>
                <a:latin typeface="+mn-ea"/>
              </a:rPr>
              <a:t>발생기 비밀번호 </a:t>
            </a:r>
            <a:r>
              <a:rPr lang="en-US" altLang="ko-KR" sz="800" dirty="0">
                <a:solidFill>
                  <a:srgbClr val="FF0066"/>
                </a:solidFill>
                <a:latin typeface="+mn-ea"/>
              </a:rPr>
              <a:t>10</a:t>
            </a:r>
            <a:r>
              <a:rPr lang="ko-KR" altLang="en-US" sz="800" dirty="0">
                <a:solidFill>
                  <a:srgbClr val="FF0066"/>
                </a:solidFill>
                <a:latin typeface="+mn-ea"/>
              </a:rPr>
              <a:t>회 연속 오류 시 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거래일이 달라도 해당됨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) </a:t>
            </a:r>
            <a:r>
              <a:rPr lang="ko-KR" altLang="en-US" sz="800" dirty="0" err="1">
                <a:solidFill>
                  <a:srgbClr val="666666"/>
                </a:solidFill>
                <a:latin typeface="+mn-ea"/>
              </a:rPr>
              <a:t>거래이용이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제한되며</a:t>
            </a:r>
            <a:r>
              <a:rPr lang="en-US" altLang="ko-KR" sz="800" dirty="0" smtClean="0">
                <a:solidFill>
                  <a:srgbClr val="666666"/>
                </a:solidFill>
                <a:latin typeface="+mn-ea"/>
              </a:rPr>
              <a:t>, </a:t>
            </a:r>
            <a:r>
              <a:rPr lang="ko-KR" altLang="en-US" sz="800" dirty="0" err="1" smtClean="0">
                <a:solidFill>
                  <a:srgbClr val="666666"/>
                </a:solidFill>
                <a:latin typeface="+mn-ea"/>
              </a:rPr>
              <a:t>오류해제를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위하여 </a:t>
            </a:r>
            <a:r>
              <a:rPr lang="ko-KR" altLang="en-US" sz="800" dirty="0">
                <a:solidFill>
                  <a:schemeClr val="accent5"/>
                </a:solidFill>
                <a:latin typeface="+mn-ea"/>
              </a:rPr>
              <a:t>실명확인증표 등 관련서류 지참하시어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 </a:t>
            </a:r>
            <a:r>
              <a:rPr lang="ko-KR" altLang="en-US" sz="800" dirty="0" smtClean="0">
                <a:solidFill>
                  <a:srgbClr val="666666"/>
                </a:solidFill>
                <a:latin typeface="+mn-ea"/>
              </a:rPr>
              <a:t>영업점 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방문하셔야 합니다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 </a:t>
            </a:r>
            <a:endParaRPr lang="ko-KR" altLang="en-US" sz="800" dirty="0">
              <a:latin typeface="+mn-ea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3946615" y="5407979"/>
            <a:ext cx="25699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※ OTP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발생기 </a:t>
            </a:r>
            <a:r>
              <a:rPr lang="ko-KR" altLang="en-US" sz="800" b="1" dirty="0" err="1">
                <a:solidFill>
                  <a:srgbClr val="FF0066"/>
                </a:solidFill>
                <a:latin typeface="+mn-ea"/>
              </a:rPr>
              <a:t>응답번호</a:t>
            </a:r>
            <a:r>
              <a:rPr lang="ko-KR" altLang="en-US" sz="800" b="1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rgbClr val="FF0066"/>
                </a:solidFill>
                <a:latin typeface="+mn-ea"/>
              </a:rPr>
              <a:t>6</a:t>
            </a:r>
            <a:r>
              <a:rPr lang="ko-KR" altLang="en-US" sz="800" b="1" dirty="0">
                <a:solidFill>
                  <a:srgbClr val="FF0066"/>
                </a:solidFill>
                <a:latin typeface="+mn-ea"/>
              </a:rPr>
              <a:t>자리를 입력</a:t>
            </a:r>
            <a:r>
              <a:rPr lang="ko-KR" altLang="en-US" sz="800" dirty="0">
                <a:solidFill>
                  <a:srgbClr val="666666"/>
                </a:solidFill>
                <a:latin typeface="+mn-ea"/>
              </a:rPr>
              <a:t>하여 주십시오</a:t>
            </a:r>
            <a:r>
              <a:rPr lang="en-US" altLang="ko-KR" sz="800" dirty="0">
                <a:solidFill>
                  <a:srgbClr val="666666"/>
                </a:solidFill>
                <a:latin typeface="+mn-ea"/>
              </a:rPr>
              <a:t>.</a:t>
            </a:r>
            <a:endParaRPr lang="ko-KR" altLang="en-US" sz="800" dirty="0">
              <a:solidFill>
                <a:srgbClr val="66666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084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09336" y="466147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latin typeface="Spoqa Han Sans Neo Bold" panose="020B0800000000000000" pitchFamily="50" charset="-127"/>
                <a:ea typeface="Spoqa Han Sans Neo Bold" panose="020B0800000000000000" pitchFamily="50" charset="-127"/>
                <a:cs typeface="Pretendard" panose="02000503000000020004" pitchFamily="2" charset="-127"/>
              </a:rPr>
              <a:t>BODY</a:t>
            </a:r>
            <a:endParaRPr lang="ko-KR" altLang="en-US" sz="1600" b="1" spc="-150" dirty="0">
              <a:latin typeface="Spoqa Han Sans Neo Bold" panose="020B0800000000000000" pitchFamily="50" charset="-127"/>
              <a:ea typeface="Spoqa Han Sans Neo Bold" panose="020B0800000000000000" pitchFamily="50" charset="-127"/>
              <a:cs typeface="Pretendard" panose="02000503000000020004" pitchFamily="2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9822663" y="557185"/>
          <a:ext cx="2195166" cy="13454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사업장에 발급된 </a:t>
                      </a:r>
                      <a:r>
                        <a:rPr lang="ko-KR" altLang="en-US" sz="8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카드리스트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팝업 닫힘</a:t>
                      </a:r>
                      <a:endParaRPr lang="en-US" altLang="ko-KR" sz="8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56" name="직사각형 5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보유카드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리스트</a:t>
            </a:r>
            <a:endParaRPr lang="en-US" altLang="ko-KR" sz="800" kern="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신용카드사업장정보</a:t>
            </a:r>
            <a:endParaRPr lang="en-US" altLang="ko-KR" sz="800" kern="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832019" y="5442443"/>
            <a:ext cx="761135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839000" y="2471090"/>
          <a:ext cx="6617796" cy="1257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768">
                  <a:extLst>
                    <a:ext uri="{9D8B030D-6E8A-4147-A177-3AD203B41FA5}">
                      <a16:colId xmlns:a16="http://schemas.microsoft.com/office/drawing/2014/main" val="486783863"/>
                    </a:ext>
                  </a:extLst>
                </a:gridCol>
                <a:gridCol w="1556598">
                  <a:extLst>
                    <a:ext uri="{9D8B030D-6E8A-4147-A177-3AD203B41FA5}">
                      <a16:colId xmlns:a16="http://schemas.microsoft.com/office/drawing/2014/main" val="4241631486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812853395"/>
                    </a:ext>
                  </a:extLst>
                </a:gridCol>
                <a:gridCol w="1019907">
                  <a:extLst>
                    <a:ext uri="{9D8B030D-6E8A-4147-A177-3AD203B41FA5}">
                      <a16:colId xmlns:a16="http://schemas.microsoft.com/office/drawing/2014/main" val="1672777909"/>
                    </a:ext>
                  </a:extLst>
                </a:gridCol>
                <a:gridCol w="697523">
                  <a:extLst>
                    <a:ext uri="{9D8B030D-6E8A-4147-A177-3AD203B41FA5}">
                      <a16:colId xmlns:a16="http://schemas.microsoft.com/office/drawing/2014/main" val="15988001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카드구분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카드번호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카드명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bg1"/>
                          </a:solidFill>
                        </a:rPr>
                        <a:t>유효기간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bg1"/>
                          </a:solidFill>
                        </a:rPr>
                        <a:t>카드상태</a:t>
                      </a:r>
                      <a:endParaRPr lang="ko-KR" altLang="en-US" sz="9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08902"/>
                  </a:ext>
                </a:extLst>
              </a:tr>
              <a:tr h="251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공용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     IIII-****-****-OOO1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%</a:t>
                      </a:r>
                      <a:r>
                        <a:rPr lang="ko-KR" altLang="en-US" sz="900" dirty="0" err="1" smtClean="0"/>
                        <a:t>카드상품명카드상품명카드상품명카드상품명</a:t>
                      </a:r>
                      <a:r>
                        <a:rPr lang="en-US" altLang="ko-KR" sz="900" dirty="0" smtClean="0"/>
                        <a:t>%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%YYYY-MM%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정상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7262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지정자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     IIII-****-****-OOO2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카드상품명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/>
                        <a:t>2025-11-26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정상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4019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공용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     IIII-****-****-OOO3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카드상품명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/>
                        <a:t>2025-11-26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일시정지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27641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공용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     IIII-****-****-OOO4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카드상품명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%</a:t>
                      </a: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/>
                        <a:t>2025-11-26</a:t>
                      </a:r>
                      <a:endParaRPr lang="ko-KR" altLang="en-US" sz="9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분실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76370"/>
                  </a:ext>
                </a:extLst>
              </a:tr>
            </a:tbl>
          </a:graphicData>
        </a:graphic>
      </p:graphicFrame>
      <p:sp>
        <p:nvSpPr>
          <p:cNvPr id="13" name="모서리가 둥근 직사각형 36">
            <a:extLst>
              <a:ext uri="{FF2B5EF4-FFF2-40B4-BE49-F238E27FC236}">
                <a16:creationId xmlns:a16="http://schemas.microsoft.com/office/drawing/2014/main" id="{CABBE2C2-E736-CC2D-12CB-DEA46FAF2858}"/>
              </a:ext>
            </a:extLst>
          </p:cNvPr>
          <p:cNvSpPr/>
          <p:nvPr/>
        </p:nvSpPr>
        <p:spPr>
          <a:xfrm>
            <a:off x="1548926" y="2762302"/>
            <a:ext cx="300516" cy="1374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신용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36">
            <a:extLst>
              <a:ext uri="{FF2B5EF4-FFF2-40B4-BE49-F238E27FC236}">
                <a16:creationId xmlns:a16="http://schemas.microsoft.com/office/drawing/2014/main" id="{0281B771-66C8-BB49-1BB3-C9B959A0E19D}"/>
              </a:ext>
            </a:extLst>
          </p:cNvPr>
          <p:cNvSpPr/>
          <p:nvPr/>
        </p:nvSpPr>
        <p:spPr>
          <a:xfrm>
            <a:off x="1551976" y="3261256"/>
            <a:ext cx="300516" cy="13742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체크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36">
            <a:extLst>
              <a:ext uri="{FF2B5EF4-FFF2-40B4-BE49-F238E27FC236}">
                <a16:creationId xmlns:a16="http://schemas.microsoft.com/office/drawing/2014/main" id="{CABBE2C2-E736-CC2D-12CB-DEA46FAF2858}"/>
              </a:ext>
            </a:extLst>
          </p:cNvPr>
          <p:cNvSpPr/>
          <p:nvPr/>
        </p:nvSpPr>
        <p:spPr>
          <a:xfrm>
            <a:off x="1548926" y="3013968"/>
            <a:ext cx="300516" cy="1374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신용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36">
            <a:extLst>
              <a:ext uri="{FF2B5EF4-FFF2-40B4-BE49-F238E27FC236}">
                <a16:creationId xmlns:a16="http://schemas.microsoft.com/office/drawing/2014/main" id="{CABBE2C2-E736-CC2D-12CB-DEA46FAF2858}"/>
              </a:ext>
            </a:extLst>
          </p:cNvPr>
          <p:cNvSpPr/>
          <p:nvPr/>
        </p:nvSpPr>
        <p:spPr>
          <a:xfrm>
            <a:off x="1548926" y="3528412"/>
            <a:ext cx="300516" cy="1374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신용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5400" y="1196752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보유카드리스트</a:t>
            </a:r>
            <a:endParaRPr lang="ko-KR" altLang="en-US" sz="1200" b="1" spc="-150" dirty="0">
              <a:solidFill>
                <a:prstClr val="black"/>
              </a:solidFill>
              <a:ea typeface="맑은 고딕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791983" y="1540865"/>
            <a:ext cx="664440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0763" y="1938628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err="1" smtClean="0">
                <a:solidFill>
                  <a:prstClr val="black"/>
                </a:solidFill>
                <a:ea typeface="맑은 고딕"/>
              </a:rPr>
              <a:t>사업장명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36129" y="1938628"/>
            <a:ext cx="14734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 smtClean="0">
                <a:solidFill>
                  <a:prstClr val="black"/>
                </a:solidFill>
                <a:ea typeface="맑은 고딕"/>
              </a:rPr>
              <a:t>[%</a:t>
            </a:r>
            <a:r>
              <a:rPr lang="ko-KR" altLang="en-US" sz="1000" spc="-150" dirty="0" smtClean="0">
                <a:solidFill>
                  <a:prstClr val="black"/>
                </a:solidFill>
                <a:ea typeface="맑은 고딕"/>
              </a:rPr>
              <a:t>일련번호</a:t>
            </a:r>
            <a:r>
              <a:rPr lang="en-US" altLang="ko-KR" sz="1000" spc="-150" dirty="0" smtClean="0">
                <a:solidFill>
                  <a:prstClr val="black"/>
                </a:solidFill>
                <a:ea typeface="맑은 고딕"/>
              </a:rPr>
              <a:t>%] %</a:t>
            </a:r>
            <a:r>
              <a:rPr lang="ko-KR" altLang="en-US" sz="1000" spc="-150" dirty="0" err="1" smtClean="0">
                <a:solidFill>
                  <a:prstClr val="black"/>
                </a:solidFill>
                <a:ea typeface="맑은 고딕"/>
              </a:rPr>
              <a:t>사업장명</a:t>
            </a:r>
            <a:r>
              <a:rPr lang="en-US" altLang="ko-KR" sz="1000" spc="-150" dirty="0" smtClean="0">
                <a:solidFill>
                  <a:prstClr val="black"/>
                </a:solidFill>
                <a:ea typeface="맑은 고딕"/>
              </a:rPr>
              <a:t>%</a:t>
            </a:r>
            <a:endParaRPr lang="ko-KR" altLang="en-US" sz="1000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33673" y="1938628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err="1" smtClean="0">
                <a:solidFill>
                  <a:prstClr val="black"/>
                </a:solidFill>
                <a:ea typeface="맑은 고딕"/>
              </a:rPr>
              <a:t>보유카드수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39039" y="1938628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ea typeface="맑은 고딕"/>
              </a:rPr>
              <a:t>4</a:t>
            </a:r>
            <a:r>
              <a:rPr lang="ko-KR" altLang="en-US" sz="1000" dirty="0" smtClean="0">
                <a:solidFill>
                  <a:prstClr val="black"/>
                </a:solidFill>
                <a:ea typeface="맑은 고딕"/>
              </a:rPr>
              <a:t>건</a:t>
            </a:r>
            <a:endParaRPr lang="ko-KR" altLang="en-US" sz="1000" dirty="0">
              <a:solidFill>
                <a:prstClr val="black"/>
              </a:solidFill>
              <a:ea typeface="맑은 고딕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839000" y="2297686"/>
            <a:ext cx="6595504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/>
          <p:cNvGrpSpPr/>
          <p:nvPr/>
        </p:nvGrpSpPr>
        <p:grpSpPr>
          <a:xfrm>
            <a:off x="665987" y="2331714"/>
            <a:ext cx="251992" cy="230832"/>
            <a:chOff x="3129372" y="4365104"/>
            <a:chExt cx="251992" cy="230832"/>
          </a:xfrm>
        </p:grpSpPr>
        <p:sp>
          <p:nvSpPr>
            <p:cNvPr id="3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3141851" y="4367010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3129372" y="4365104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3769707" y="5355611"/>
            <a:ext cx="251992" cy="230832"/>
            <a:chOff x="3129372" y="4365104"/>
            <a:chExt cx="251992" cy="230832"/>
          </a:xfrm>
        </p:grpSpPr>
        <p:sp>
          <p:nvSpPr>
            <p:cNvPr id="3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3141851" y="4367010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3129372" y="4365104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28581" y="1663018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smtClean="0">
                <a:solidFill>
                  <a:prstClr val="black"/>
                </a:solidFill>
                <a:ea typeface="맑은 고딕"/>
              </a:rPr>
              <a:t>회사명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24338" y="1663018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 err="1">
                <a:solidFill>
                  <a:prstClr val="black"/>
                </a:solidFill>
                <a:ea typeface="맑은 고딕"/>
              </a:rPr>
              <a:t>사업자번호</a:t>
            </a:r>
            <a:endParaRPr lang="ko-KR" altLang="en-US" sz="10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28925" y="1663018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prstClr val="black"/>
                </a:solidFill>
                <a:ea typeface="맑은 고딕"/>
              </a:rPr>
              <a:t>㈜부산은행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75684" y="166301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prstClr val="black"/>
                </a:solidFill>
                <a:ea typeface="맑은 고딕"/>
              </a:rPr>
              <a:t>604-81-04753</a:t>
            </a:r>
            <a:endParaRPr lang="ko-KR" altLang="en-US" sz="1000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/>
          </p:nvPr>
        </p:nvGraphicFramePr>
        <p:xfrm>
          <a:off x="9822663" y="6454009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9665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spc="-150" dirty="0">
            <a:solidFill>
              <a:prstClr val="black"/>
            </a:solidFill>
            <a:ea typeface="맑은 고딕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27275</TotalTime>
  <Words>8189</Words>
  <Application>Microsoft Office PowerPoint</Application>
  <PresentationFormat>와이드스크린</PresentationFormat>
  <Paragraphs>2823</Paragraphs>
  <Slides>45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6" baseType="lpstr">
      <vt:lpstr>Pretendard</vt:lpstr>
      <vt:lpstr>Spoqa Han Sans Neo</vt:lpstr>
      <vt:lpstr>Spoqa Han Sans Neo Bold</vt:lpstr>
      <vt:lpstr>나눔스퀘어</vt:lpstr>
      <vt:lpstr>맑은 고딕</vt:lpstr>
      <vt:lpstr>맑은 고딕 (본문)</vt:lpstr>
      <vt:lpstr>Arial</vt:lpstr>
      <vt:lpstr>Calibri</vt:lpstr>
      <vt:lpstr>Segoe UI</vt:lpstr>
      <vt:lpstr>Wingdings</vt:lpstr>
      <vt:lpstr>Office 테마</vt:lpstr>
      <vt:lpstr>스토리보드 (사용자권한관리)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Busan</dc:creator>
  <cp:lastModifiedBy>이형진</cp:lastModifiedBy>
  <cp:revision>2811</cp:revision>
  <cp:lastPrinted>2023-02-17T05:38:44Z</cp:lastPrinted>
  <dcterms:created xsi:type="dcterms:W3CDTF">2021-07-29T08:52:55Z</dcterms:created>
  <dcterms:modified xsi:type="dcterms:W3CDTF">2023-04-14T01:43:10Z</dcterms:modified>
</cp:coreProperties>
</file>